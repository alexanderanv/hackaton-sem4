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64" r:id="rId3"/>
    <p:sldId id="261" r:id="rId4"/>
    <p:sldId id="268" r:id="rId5"/>
    <p:sldId id="267" r:id="rId6"/>
    <p:sldId id="269" r:id="rId7"/>
    <p:sldId id="270" r:id="rId8"/>
    <p:sldId id="271" r:id="rId9"/>
    <p:sldId id="272" r:id="rId10"/>
    <p:sldId id="275" r:id="rId11"/>
    <p:sldId id="276"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B8C7D"/>
    <a:srgbClr val="627C8F"/>
    <a:srgbClr val="AB7B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9" Type="http://schemas.openxmlformats.org/officeDocument/2006/relationships/tags" Target="../tags/tag144.xml"/><Relationship Id="rId18" Type="http://schemas.openxmlformats.org/officeDocument/2006/relationships/tags" Target="../tags/tag143.xml"/><Relationship Id="rId17" Type="http://schemas.openxmlformats.org/officeDocument/2006/relationships/tags" Target="../tags/tag142.xml"/><Relationship Id="rId16" Type="http://schemas.openxmlformats.org/officeDocument/2006/relationships/tags" Target="../tags/tag141.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3" Type="http://schemas.openxmlformats.org/officeDocument/2006/relationships/tags" Target="../tags/tag166.xml"/><Relationship Id="rId12" Type="http://schemas.openxmlformats.org/officeDocument/2006/relationships/tags" Target="../tags/tag16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4" Type="http://schemas.openxmlformats.org/officeDocument/2006/relationships/tags" Target="../tags/tag179.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4" Type="http://schemas.openxmlformats.org/officeDocument/2006/relationships/tags" Target="../tags/tag192.xml"/><Relationship Id="rId13" Type="http://schemas.openxmlformats.org/officeDocument/2006/relationships/tags" Target="../tags/tag19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4" Type="http://schemas.openxmlformats.org/officeDocument/2006/relationships/tags" Target="../tags/tag205.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0" Type="http://schemas.openxmlformats.org/officeDocument/2006/relationships/tags" Target="../tags/tag214.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tags" Target="../tags/tag219.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318" y="-953"/>
            <a:ext cx="12192000" cy="6858953"/>
            <a:chOff x="-318" y="-953"/>
            <a:chExt cx="12192000" cy="6858953"/>
          </a:xfrm>
        </p:grpSpPr>
        <p:grpSp>
          <p:nvGrpSpPr>
            <p:cNvPr id="4" name="组合 3"/>
            <p:cNvGrpSpPr/>
            <p:nvPr userDrawn="1"/>
          </p:nvGrpSpPr>
          <p:grpSpPr>
            <a:xfrm>
              <a:off x="-318" y="635"/>
              <a:ext cx="12192000" cy="6857365"/>
              <a:chOff x="-318" y="635"/>
              <a:chExt cx="12192000" cy="6857365"/>
            </a:xfrm>
          </p:grpSpPr>
          <p:grpSp>
            <p:nvGrpSpPr>
              <p:cNvPr id="11" name="组合 10"/>
              <p:cNvGrpSpPr/>
              <p:nvPr userDrawn="1">
                <p:custDataLst>
                  <p:tags r:id="rId3"/>
                </p:custDataLst>
              </p:nvPr>
            </p:nvGrpSpPr>
            <p:grpSpPr>
              <a:xfrm>
                <a:off x="-318" y="635"/>
                <a:ext cx="12192000" cy="6857365"/>
                <a:chOff x="0" y="0"/>
                <a:chExt cx="19200" cy="10799"/>
              </a:xfrm>
            </p:grpSpPr>
            <p:sp>
              <p:nvSpPr>
                <p:cNvPr id="12" name="矩形 11"/>
                <p:cNvSpPr/>
                <p:nvPr userDrawn="1">
                  <p:custDataLst>
                    <p:tags r:id="rId4"/>
                  </p:custDataLst>
                </p:nvPr>
              </p:nvSpPr>
              <p:spPr>
                <a:xfrm>
                  <a:off x="0" y="0"/>
                  <a:ext cx="19200" cy="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lnSpc>
                      <a:spcPct val="130000"/>
                    </a:lnSpc>
                  </a:pPr>
                  <a:endParaRPr lang="zh-CN" altLang="en-US">
                    <a:ea typeface="Arial" panose="020B0704020202020204" pitchFamily="34" charset="0"/>
                  </a:endParaRPr>
                </a:p>
              </p:txBody>
            </p:sp>
            <p:sp>
              <p:nvSpPr>
                <p:cNvPr id="13" name="矩形 12"/>
                <p:cNvSpPr/>
                <p:nvPr userDrawn="1">
                  <p:custDataLst>
                    <p:tags r:id="rId5"/>
                  </p:custDataLst>
                </p:nvPr>
              </p:nvSpPr>
              <p:spPr>
                <a:xfrm>
                  <a:off x="0" y="9720"/>
                  <a:ext cx="19200" cy="1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lnSpc>
                      <a:spcPct val="130000"/>
                    </a:lnSpc>
                  </a:pPr>
                  <a:endParaRPr lang="zh-CN" altLang="en-US">
                    <a:ea typeface="Arial" panose="020B0704020202020204" pitchFamily="34" charset="0"/>
                  </a:endParaRPr>
                </a:p>
              </p:txBody>
            </p:sp>
            <p:sp>
              <p:nvSpPr>
                <p:cNvPr id="25" name="菱形 24"/>
                <p:cNvSpPr/>
                <p:nvPr userDrawn="1">
                  <p:custDataLst>
                    <p:tags r:id="rId6"/>
                  </p:custDataLst>
                </p:nvPr>
              </p:nvSpPr>
              <p:spPr>
                <a:xfrm flipH="1">
                  <a:off x="420" y="399"/>
                  <a:ext cx="474" cy="441"/>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fontScale="25000" lnSpcReduction="20000"/>
                </a:bodyPr>
                <a:lstStyle/>
                <a:p>
                  <a:pPr algn="ctr">
                    <a:lnSpc>
                      <a:spcPct val="150000"/>
                    </a:lnSpc>
                  </a:pPr>
                  <a:endParaRPr lang="zh-CN" altLang="en-US">
                    <a:ea typeface="Arial" panose="020B0704020202020204" pitchFamily="34" charset="0"/>
                  </a:endParaRPr>
                </a:p>
              </p:txBody>
            </p:sp>
            <p:grpSp>
              <p:nvGrpSpPr>
                <p:cNvPr id="19" name="组合 18"/>
                <p:cNvGrpSpPr/>
                <p:nvPr userDrawn="1">
                  <p:custDataLst>
                    <p:tags r:id="rId7"/>
                  </p:custDataLst>
                </p:nvPr>
              </p:nvGrpSpPr>
              <p:grpSpPr>
                <a:xfrm>
                  <a:off x="16448" y="9574"/>
                  <a:ext cx="2074" cy="675"/>
                  <a:chOff x="0" y="3633950"/>
                  <a:chExt cx="1405715" cy="457699"/>
                </a:xfrm>
              </p:grpSpPr>
              <p:sp>
                <p:nvSpPr>
                  <p:cNvPr id="20" name="菱形 19"/>
                  <p:cNvSpPr/>
                  <p:nvPr userDrawn="1">
                    <p:custDataLst>
                      <p:tags r:id="rId8"/>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fontScale="32500" lnSpcReduction="20000"/>
                  </a:bodyPr>
                  <a:lstStyle/>
                  <a:p>
                    <a:pPr algn="ctr">
                      <a:lnSpc>
                        <a:spcPct val="150000"/>
                      </a:lnSpc>
                    </a:pPr>
                    <a:endParaRPr lang="zh-CN" altLang="en-US">
                      <a:ea typeface="Arial" panose="020B0704020202020204" pitchFamily="34" charset="0"/>
                    </a:endParaRPr>
                  </a:p>
                </p:txBody>
              </p:sp>
              <p:sp>
                <p:nvSpPr>
                  <p:cNvPr id="21" name="菱形 20"/>
                  <p:cNvSpPr/>
                  <p:nvPr userDrawn="1">
                    <p:custDataLst>
                      <p:tags r:id="rId9"/>
                    </p:custDataLst>
                  </p:nvPr>
                </p:nvSpPr>
                <p:spPr>
                  <a:xfrm>
                    <a:off x="474008"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fontScale="32500" lnSpcReduction="20000"/>
                  </a:bodyPr>
                  <a:lstStyle/>
                  <a:p>
                    <a:pPr algn="ctr">
                      <a:lnSpc>
                        <a:spcPct val="150000"/>
                      </a:lnSpc>
                    </a:pPr>
                    <a:endParaRPr lang="zh-CN" altLang="en-US">
                      <a:ea typeface="Arial" panose="020B0704020202020204" pitchFamily="34" charset="0"/>
                    </a:endParaRPr>
                  </a:p>
                </p:txBody>
              </p:sp>
              <p:sp>
                <p:nvSpPr>
                  <p:cNvPr id="22" name="菱形 21"/>
                  <p:cNvSpPr/>
                  <p:nvPr userDrawn="1">
                    <p:custDataLst>
                      <p:tags r:id="rId10"/>
                    </p:custDataLst>
                  </p:nvPr>
                </p:nvSpPr>
                <p:spPr>
                  <a:xfrm>
                    <a:off x="948016"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fontScale="32500" lnSpcReduction="20000"/>
                  </a:bodyPr>
                  <a:lstStyle/>
                  <a:p>
                    <a:pPr algn="ctr">
                      <a:lnSpc>
                        <a:spcPct val="150000"/>
                      </a:lnSpc>
                    </a:pPr>
                    <a:endParaRPr lang="zh-CN" altLang="en-US">
                      <a:ea typeface="Arial" panose="020B0704020202020204" pitchFamily="34" charset="0"/>
                    </a:endParaRPr>
                  </a:p>
                </p:txBody>
              </p:sp>
            </p:grpSp>
          </p:grpSp>
          <p:sp>
            <p:nvSpPr>
              <p:cNvPr id="8" name="圆角矩形 7"/>
              <p:cNvSpPr/>
              <p:nvPr userDrawn="1">
                <p:custDataLst>
                  <p:tags r:id="rId11"/>
                </p:custDataLst>
              </p:nvPr>
            </p:nvSpPr>
            <p:spPr>
              <a:xfrm>
                <a:off x="193040" y="182880"/>
                <a:ext cx="11805285" cy="6491605"/>
              </a:xfrm>
              <a:prstGeom prst="roundRect">
                <a:avLst>
                  <a:gd name="adj" fmla="val 172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lnSpc>
                    <a:spcPct val="130000"/>
                  </a:lnSpc>
                </a:pPr>
                <a:endParaRPr lang="zh-CN" altLang="en-US">
                  <a:ea typeface="Arial" panose="020B0704020202020204" pitchFamily="34" charset="0"/>
                </a:endParaRPr>
              </a:p>
            </p:txBody>
          </p:sp>
        </p:grpSp>
        <p:sp>
          <p:nvSpPr>
            <p:cNvPr id="10" name="五边形 4"/>
            <p:cNvSpPr/>
            <p:nvPr userDrawn="1">
              <p:custDataLst>
                <p:tags r:id="rId12"/>
              </p:custDataLst>
            </p:nvPr>
          </p:nvSpPr>
          <p:spPr>
            <a:xfrm rot="5400000">
              <a:off x="5432425" y="-160020"/>
              <a:ext cx="1327785" cy="1645920"/>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lnSpc>
                  <a:spcPct val="130000"/>
                </a:lnSpc>
              </a:pPr>
              <a:endParaRPr lang="zh-CN" altLang="en-US" dirty="0">
                <a:ea typeface="Arial" panose="020B0704020202020204" pitchFamily="34" charset="0"/>
              </a:endParaRPr>
            </a:p>
          </p:txBody>
        </p:sp>
        <p:sp>
          <p:nvSpPr>
            <p:cNvPr id="9" name="五边形 6"/>
            <p:cNvSpPr/>
            <p:nvPr userDrawn="1">
              <p:custDataLst>
                <p:tags r:id="rId13"/>
              </p:custDataLst>
            </p:nvPr>
          </p:nvSpPr>
          <p:spPr>
            <a:xfrm rot="16200000" flipV="1">
              <a:off x="5792470" y="5658485"/>
              <a:ext cx="607060" cy="1645920"/>
            </a:xfrm>
            <a:prstGeom prst="homePlate">
              <a:avLst>
                <a:gd name="adj" fmla="val 80230"/>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lnSpc>
                  <a:spcPct val="130000"/>
                </a:lnSpc>
              </a:pPr>
              <a:endParaRPr lang="zh-CN" altLang="en-US">
                <a:ea typeface="Arial" panose="020B0704020202020204" pitchFamily="34" charset="0"/>
              </a:endParaRPr>
            </a:p>
          </p:txBody>
        </p:sp>
      </p:grpSp>
      <p:sp>
        <p:nvSpPr>
          <p:cNvPr id="16" name="日期占位符 15"/>
          <p:cNvSpPr>
            <a:spLocks noGrp="1"/>
          </p:cNvSpPr>
          <p:nvPr>
            <p:ph type="dt" sz="half" idx="10"/>
            <p:custDataLst>
              <p:tags r:id="rId14"/>
            </p:custDataLst>
          </p:nvPr>
        </p:nvSpPr>
        <p:spPr>
          <a:xfrm>
            <a:off x="879742" y="6349833"/>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5"/>
            </p:custDataLst>
          </p:nvPr>
        </p:nvSpPr>
        <p:spPr>
          <a:xfrm>
            <a:off x="4116000" y="6349833"/>
            <a:ext cx="3960000" cy="316800"/>
          </a:xfrm>
        </p:spPr>
        <p:txBody>
          <a:bodyPr/>
          <a:lstStyle/>
          <a:p>
            <a:endParaRPr lang="zh-CN" altLang="en-US" dirty="0"/>
          </a:p>
        </p:txBody>
      </p:sp>
      <p:sp>
        <p:nvSpPr>
          <p:cNvPr id="18" name="灯片编号占位符 17"/>
          <p:cNvSpPr>
            <a:spLocks noGrp="1"/>
          </p:cNvSpPr>
          <p:nvPr>
            <p:ph type="sldNum" sz="quarter" idx="12"/>
            <p:custDataLst>
              <p:tags r:id="rId16"/>
            </p:custDataLst>
          </p:nvPr>
        </p:nvSpPr>
        <p:spPr>
          <a:xfrm>
            <a:off x="8610600" y="6349833"/>
            <a:ext cx="2700000" cy="316800"/>
          </a:xfrm>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7"/>
            </p:custDataLst>
          </p:nvPr>
        </p:nvSpPr>
        <p:spPr>
          <a:xfrm>
            <a:off x="3328201" y="4283393"/>
            <a:ext cx="2520000" cy="485140"/>
          </a:xfrm>
        </p:spPr>
        <p:txBody>
          <a:bodyPr lIns="90000" tIns="46800" rIns="90000" bIns="46800" anchor="ctr" anchorCtr="0">
            <a:normAutofit/>
          </a:bodyPr>
          <a:lstStyle>
            <a:lvl1pPr marL="0" indent="0" algn="r">
              <a:lnSpc>
                <a:spcPct val="130000"/>
              </a:lnSpc>
              <a:spcAft>
                <a:spcPts val="0"/>
              </a:spcAft>
              <a:buNone/>
              <a:defRPr sz="1800" baseline="0">
                <a:solidFill>
                  <a:schemeClr val="tx1">
                    <a:lumMod val="85000"/>
                    <a:lumOff val="15000"/>
                  </a:schemeClr>
                </a:solidFill>
              </a:defRPr>
            </a:lvl1pPr>
          </a:lstStyle>
          <a:p>
            <a:pPr lvl="0"/>
            <a:r>
              <a:rPr lang="zh-CN" altLang="en-US" dirty="0"/>
              <a:t>单击此处编辑文本</a:t>
            </a:r>
            <a:endParaRPr lang="zh-CN" altLang="en-US" dirty="0"/>
          </a:p>
        </p:txBody>
      </p:sp>
      <p:sp>
        <p:nvSpPr>
          <p:cNvPr id="2" name="标题 1"/>
          <p:cNvSpPr>
            <a:spLocks noGrp="1"/>
          </p:cNvSpPr>
          <p:nvPr>
            <p:ph type="ctrTitle" hasCustomPrompt="1"/>
            <p:custDataLst>
              <p:tags r:id="rId18"/>
            </p:custDataLst>
          </p:nvPr>
        </p:nvSpPr>
        <p:spPr>
          <a:xfrm>
            <a:off x="2593022" y="2149048"/>
            <a:ext cx="7005956" cy="1344477"/>
          </a:xfrm>
        </p:spPr>
        <p:txBody>
          <a:bodyPr lIns="90000" tIns="46800" rIns="90000" bIns="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19"/>
            </p:custDataLst>
          </p:nvPr>
        </p:nvSpPr>
        <p:spPr>
          <a:xfrm>
            <a:off x="2592705" y="3553460"/>
            <a:ext cx="7005320" cy="485140"/>
          </a:xfrm>
        </p:spPr>
        <p:txBody>
          <a:bodyPr lIns="90000" tIns="0" rIns="90000" bIns="46800" anchor="t" anchorCtr="0">
            <a:normAutofit/>
          </a:bodyPr>
          <a:lstStyle>
            <a:lvl1pPr marL="0" indent="0" algn="ctr" eaLnBrk="1" fontAlgn="auto" latinLnBrk="0" hangingPunct="1">
              <a:lnSpc>
                <a:spcPct val="100000"/>
              </a:lnSpc>
              <a:buNone/>
              <a:defRPr sz="24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4" name="文本占位符 13"/>
          <p:cNvSpPr>
            <a:spLocks noGrp="1"/>
          </p:cNvSpPr>
          <p:nvPr>
            <p:ph type="body" sz="quarter" idx="14" hasCustomPrompt="1"/>
            <p:custDataLst>
              <p:tags r:id="rId20"/>
            </p:custDataLst>
          </p:nvPr>
        </p:nvSpPr>
        <p:spPr>
          <a:xfrm>
            <a:off x="6291496" y="4286643"/>
            <a:ext cx="2520000" cy="478640"/>
          </a:xfrm>
        </p:spPr>
        <p:txBody>
          <a:bodyPr lIns="90000" tIns="46800" rIns="90000" bIns="46800" anchor="ctr" anchorCtr="0">
            <a:normAutofit/>
          </a:bodyPr>
          <a:lstStyle>
            <a:lvl1pPr marL="0" marR="0" indent="0" algn="l" defTabSz="914400" rtl="0" eaLnBrk="1" fontAlgn="auto" latinLnBrk="0" hangingPunct="1">
              <a:lnSpc>
                <a:spcPct val="130000"/>
              </a:lnSpc>
              <a:spcBef>
                <a:spcPts val="0"/>
              </a:spcBef>
              <a:spcAft>
                <a:spcPts val="0"/>
              </a:spcAft>
              <a:buClrTx/>
              <a:buSzTx/>
              <a:buFont typeface="Arial" panose="020B0704020202020204" pitchFamily="34" charset="0"/>
              <a:buNone/>
              <a:defRPr sz="1800"/>
            </a:lvl1pPr>
            <a:lvl2pPr marL="457200" indent="0">
              <a:buNone/>
              <a:defRPr/>
            </a:lvl2pPr>
          </a:lstStyle>
          <a:p>
            <a:pPr marL="0" marR="0" lvl="0" indent="0" algn="l" defTabSz="914400" rtl="0" eaLnBrk="1" fontAlgn="auto" latinLnBrk="0" hangingPunct="1">
              <a:lnSpc>
                <a:spcPct val="130000"/>
              </a:lnSpc>
              <a:spcBef>
                <a:spcPts val="0"/>
              </a:spcBef>
              <a:spcAft>
                <a:spcPts val="1000"/>
              </a:spcAft>
              <a:buClrTx/>
              <a:buSzTx/>
              <a:buFont typeface="Arial" panose="020B0704020202020204" pitchFamily="34" charset="0"/>
              <a:buNone/>
              <a:defRPr/>
            </a:pPr>
            <a:r>
              <a:rPr lang="zh-CN" altLang="en-US" dirty="0"/>
              <a:t>单击此处编辑文本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294286" y="-27771"/>
            <a:ext cx="11755418" cy="6611091"/>
            <a:chOff x="294286" y="-27771"/>
            <a:chExt cx="11755418" cy="6611091"/>
          </a:xfrm>
        </p:grpSpPr>
        <p:grpSp>
          <p:nvGrpSpPr>
            <p:cNvPr id="8" name="组合 7"/>
            <p:cNvGrpSpPr/>
            <p:nvPr userDrawn="1">
              <p:custDataLst>
                <p:tags r:id="rId3"/>
              </p:custDataLst>
            </p:nvPr>
          </p:nvGrpSpPr>
          <p:grpSpPr>
            <a:xfrm>
              <a:off x="11598965" y="6433146"/>
              <a:ext cx="450739" cy="150174"/>
              <a:chOff x="0" y="3623101"/>
              <a:chExt cx="1405715" cy="468548"/>
            </a:xfrm>
          </p:grpSpPr>
          <p:sp>
            <p:nvSpPr>
              <p:cNvPr id="10" name="菱形 9"/>
              <p:cNvSpPr/>
              <p:nvPr userDrawn="1">
                <p:custDataLst>
                  <p:tags r:id="rId4"/>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1" name="菱形 10"/>
              <p:cNvSpPr/>
              <p:nvPr userDrawn="1">
                <p:custDataLst>
                  <p:tags r:id="rId5"/>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2" name="菱形 11"/>
              <p:cNvSpPr/>
              <p:nvPr userDrawn="1">
                <p:custDataLst>
                  <p:tags r:id="rId6"/>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9" name="五边形 4"/>
            <p:cNvSpPr/>
            <p:nvPr userDrawn="1">
              <p:custDataLst>
                <p:tags r:id="rId7"/>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p:ph type="title"/>
            <p:custDataLst>
              <p:tags r:id="rId8"/>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7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a:p>
        </p:txBody>
      </p:sp>
      <p:sp>
        <p:nvSpPr>
          <p:cNvPr id="6" name="灯片编号占位符 5"/>
          <p:cNvSpPr>
            <a:spLocks noGrp="1"/>
          </p:cNvSpPr>
          <p:nvPr>
            <p:ph type="sldNum" sz="quarter" idx="12"/>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318" y="-953"/>
            <a:ext cx="12192000" cy="6858953"/>
            <a:chOff x="-318" y="-953"/>
            <a:chExt cx="12192000" cy="6858953"/>
          </a:xfrm>
        </p:grpSpPr>
        <p:grpSp>
          <p:nvGrpSpPr>
            <p:cNvPr id="11" name="组合 10"/>
            <p:cNvGrpSpPr/>
            <p:nvPr userDrawn="1">
              <p:custDataLst>
                <p:tags r:id="rId3"/>
              </p:custDataLst>
            </p:nvPr>
          </p:nvGrpSpPr>
          <p:grpSpPr>
            <a:xfrm>
              <a:off x="-318" y="635"/>
              <a:ext cx="12192000" cy="6857365"/>
              <a:chOff x="0" y="0"/>
              <a:chExt cx="19200" cy="10799"/>
            </a:xfrm>
          </p:grpSpPr>
          <p:sp>
            <p:nvSpPr>
              <p:cNvPr id="12" name="矩形 11"/>
              <p:cNvSpPr/>
              <p:nvPr userDrawn="1">
                <p:custDataLst>
                  <p:tags r:id="rId4"/>
                </p:custDataLst>
              </p:nvPr>
            </p:nvSpPr>
            <p:spPr>
              <a:xfrm>
                <a:off x="0" y="0"/>
                <a:ext cx="19200" cy="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3" name="矩形 12"/>
              <p:cNvSpPr/>
              <p:nvPr userDrawn="1">
                <p:custDataLst>
                  <p:tags r:id="rId5"/>
                </p:custDataLst>
              </p:nvPr>
            </p:nvSpPr>
            <p:spPr>
              <a:xfrm>
                <a:off x="0" y="9720"/>
                <a:ext cx="19200" cy="1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4" name="菱形 13"/>
              <p:cNvSpPr/>
              <p:nvPr userDrawn="1">
                <p:custDataLst>
                  <p:tags r:id="rId6"/>
                </p:custDataLst>
              </p:nvPr>
            </p:nvSpPr>
            <p:spPr>
              <a:xfrm flipH="1">
                <a:off x="420" y="399"/>
                <a:ext cx="474" cy="441"/>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nvGrpSpPr>
              <p:cNvPr id="15" name="组合 14"/>
              <p:cNvGrpSpPr/>
              <p:nvPr userDrawn="1">
                <p:custDataLst>
                  <p:tags r:id="rId7"/>
                </p:custDataLst>
              </p:nvPr>
            </p:nvGrpSpPr>
            <p:grpSpPr>
              <a:xfrm>
                <a:off x="16448" y="9574"/>
                <a:ext cx="2074" cy="675"/>
                <a:chOff x="0" y="3633950"/>
                <a:chExt cx="1405715" cy="457699"/>
              </a:xfrm>
            </p:grpSpPr>
            <p:sp>
              <p:nvSpPr>
                <p:cNvPr id="16" name="菱形 15"/>
                <p:cNvSpPr/>
                <p:nvPr userDrawn="1">
                  <p:custDataLst>
                    <p:tags r:id="rId8"/>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7" name="菱形 16"/>
                <p:cNvSpPr/>
                <p:nvPr userDrawn="1">
                  <p:custDataLst>
                    <p:tags r:id="rId9"/>
                  </p:custDataLst>
                </p:nvPr>
              </p:nvSpPr>
              <p:spPr>
                <a:xfrm>
                  <a:off x="474008"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8" name="菱形 17"/>
                <p:cNvSpPr/>
                <p:nvPr userDrawn="1">
                  <p:custDataLst>
                    <p:tags r:id="rId10"/>
                  </p:custDataLst>
                </p:nvPr>
              </p:nvSpPr>
              <p:spPr>
                <a:xfrm>
                  <a:off x="948016"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grpSp>
        <p:sp>
          <p:nvSpPr>
            <p:cNvPr id="7" name="圆角矩形 7"/>
            <p:cNvSpPr/>
            <p:nvPr userDrawn="1">
              <p:custDataLst>
                <p:tags r:id="rId11"/>
              </p:custDataLst>
            </p:nvPr>
          </p:nvSpPr>
          <p:spPr>
            <a:xfrm>
              <a:off x="193040" y="182880"/>
              <a:ext cx="11805285" cy="6491605"/>
            </a:xfrm>
            <a:prstGeom prst="roundRect">
              <a:avLst>
                <a:gd name="adj" fmla="val 172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sp>
          <p:nvSpPr>
            <p:cNvPr id="10" name="五边形 4"/>
            <p:cNvSpPr/>
            <p:nvPr userDrawn="1">
              <p:custDataLst>
                <p:tags r:id="rId12"/>
              </p:custDataLst>
            </p:nvPr>
          </p:nvSpPr>
          <p:spPr>
            <a:xfrm rot="5400000">
              <a:off x="5432425" y="-160020"/>
              <a:ext cx="1327785" cy="1645920"/>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8" name="五边形 6"/>
            <p:cNvSpPr/>
            <p:nvPr userDrawn="1">
              <p:custDataLst>
                <p:tags r:id="rId13"/>
              </p:custDataLst>
            </p:nvPr>
          </p:nvSpPr>
          <p:spPr>
            <a:xfrm rot="16200000" flipV="1">
              <a:off x="5792470" y="5658485"/>
              <a:ext cx="607060" cy="1645920"/>
            </a:xfrm>
            <a:prstGeom prst="homePlate">
              <a:avLst>
                <a:gd name="adj" fmla="val 80230"/>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 name="标题 1"/>
          <p:cNvSpPr>
            <a:spLocks noGrp="1"/>
          </p:cNvSpPr>
          <p:nvPr>
            <p:ph type="title" hasCustomPrompt="1"/>
            <p:custDataLst>
              <p:tags r:id="rId14"/>
            </p:custDataLst>
          </p:nvPr>
        </p:nvSpPr>
        <p:spPr>
          <a:xfrm>
            <a:off x="4116000" y="2651764"/>
            <a:ext cx="5409566" cy="939160"/>
          </a:xfrm>
        </p:spPr>
        <p:txBody>
          <a:bodyPr lIns="90000" tIns="46800" rIns="90000" bIns="46800" anchor="b" anchorCtr="0">
            <a:normAutofit/>
          </a:bodyPr>
          <a:lstStyle>
            <a:lvl1pPr>
              <a:defRPr sz="4800" u="none" strike="noStrike" kern="1200" cap="none" spc="0" normalizeH="0" baseline="0">
                <a:solidFill>
                  <a:schemeClr val="tx1">
                    <a:lumMod val="85000"/>
                    <a:lumOff val="15000"/>
                  </a:schemeClr>
                </a:solidFill>
                <a:uFillTx/>
                <a:latin typeface="Arial" panose="020B07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15"/>
            </p:custDataLst>
          </p:nvPr>
        </p:nvSpPr>
        <p:spPr>
          <a:xfrm>
            <a:off x="4116000" y="3646276"/>
            <a:ext cx="5409566" cy="1310880"/>
          </a:xfrm>
        </p:spPr>
        <p:txBody>
          <a:bodyPr lIns="90000" tIns="0" rIns="90000" bIns="46800">
            <a:normAutofit/>
          </a:bodyPr>
          <a:lstStyle>
            <a:lvl1pPr marL="0" indent="0" eaLnBrk="1" fontAlgn="auto" latinLnBrk="0" hangingPunct="1">
              <a:buNone/>
              <a:defRPr kumimoji="0" lang="zh-CN" altLang="en-US" sz="1600" b="0" i="0" u="none" strike="noStrike" kern="1200" cap="none" spc="0" normalizeH="0" baseline="0" noProof="1">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16"/>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7"/>
            </p:custDataLst>
          </p:nvPr>
        </p:nvSpPr>
        <p:spPr/>
        <p:txBody>
          <a:bodyPr/>
          <a:lstStyle/>
          <a:p>
            <a:endParaRPr lang="zh-CN" altLang="en-US"/>
          </a:p>
        </p:txBody>
      </p:sp>
      <p:sp>
        <p:nvSpPr>
          <p:cNvPr id="6" name="灯片编号占位符 5"/>
          <p:cNvSpPr>
            <a:spLocks noGrp="1"/>
          </p:cNvSpPr>
          <p:nvPr>
            <p:ph type="sldNum" sz="quarter" idx="12"/>
            <p:custDataLst>
              <p:tags r:id="rId1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294286" y="-27771"/>
            <a:ext cx="11755418" cy="6611091"/>
            <a:chOff x="294286" y="-27771"/>
            <a:chExt cx="11755418" cy="6611091"/>
          </a:xfrm>
        </p:grpSpPr>
        <p:grpSp>
          <p:nvGrpSpPr>
            <p:cNvPr id="9" name="组合 8"/>
            <p:cNvGrpSpPr/>
            <p:nvPr userDrawn="1">
              <p:custDataLst>
                <p:tags r:id="rId3"/>
              </p:custDataLst>
            </p:nvPr>
          </p:nvGrpSpPr>
          <p:grpSpPr>
            <a:xfrm>
              <a:off x="11598965" y="6433146"/>
              <a:ext cx="450739" cy="150174"/>
              <a:chOff x="0" y="3623101"/>
              <a:chExt cx="1405715" cy="468548"/>
            </a:xfrm>
          </p:grpSpPr>
          <p:sp>
            <p:nvSpPr>
              <p:cNvPr id="11" name="菱形 10"/>
              <p:cNvSpPr/>
              <p:nvPr userDrawn="1">
                <p:custDataLst>
                  <p:tags r:id="rId4"/>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2" name="菱形 11"/>
              <p:cNvSpPr/>
              <p:nvPr userDrawn="1">
                <p:custDataLst>
                  <p:tags r:id="rId5"/>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3" name="菱形 12"/>
              <p:cNvSpPr/>
              <p:nvPr userDrawn="1">
                <p:custDataLst>
                  <p:tags r:id="rId6"/>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0" name="五边形 4"/>
            <p:cNvSpPr/>
            <p:nvPr userDrawn="1">
              <p:custDataLst>
                <p:tags r:id="rId7"/>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p:ph type="title"/>
            <p:custDataLst>
              <p:tags r:id="rId8"/>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7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704020202020204" pitchFamily="34" charset="0"/>
                <a:ea typeface="Arial" panose="020B0704020202020204" pitchFamily="34" charset="0"/>
              </a:defRPr>
            </a:lvl1pPr>
            <a:lvl2pPr>
              <a:defRPr sz="1600" baseline="0">
                <a:solidFill>
                  <a:schemeClr val="tx1">
                    <a:lumMod val="85000"/>
                    <a:lumOff val="15000"/>
                  </a:schemeClr>
                </a:solidFill>
                <a:latin typeface="Arial" panose="020B0704020202020204" pitchFamily="34" charset="0"/>
                <a:ea typeface="Arial" panose="020B0704020202020204" pitchFamily="34" charset="0"/>
              </a:defRPr>
            </a:lvl2pPr>
            <a:lvl3pPr>
              <a:defRPr sz="1600" baseline="0">
                <a:solidFill>
                  <a:schemeClr val="tx1">
                    <a:lumMod val="85000"/>
                    <a:lumOff val="15000"/>
                  </a:schemeClr>
                </a:solidFill>
                <a:latin typeface="Arial" panose="020B0704020202020204" pitchFamily="34" charset="0"/>
                <a:ea typeface="Arial" panose="020B0704020202020204" pitchFamily="34" charset="0"/>
              </a:defRPr>
            </a:lvl3pPr>
            <a:lvl4pPr>
              <a:defRPr sz="1600" baseline="0">
                <a:solidFill>
                  <a:schemeClr val="tx1">
                    <a:lumMod val="85000"/>
                    <a:lumOff val="15000"/>
                  </a:schemeClr>
                </a:solidFill>
                <a:latin typeface="Arial" panose="020B0704020202020204" pitchFamily="34" charset="0"/>
                <a:ea typeface="Arial" panose="020B0704020202020204" pitchFamily="34" charset="0"/>
              </a:defRPr>
            </a:lvl4pPr>
            <a:lvl5pPr>
              <a:defRPr sz="1600"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a:p>
        </p:txBody>
      </p:sp>
      <p:sp>
        <p:nvSpPr>
          <p:cNvPr id="7" name="灯片编号占位符 6"/>
          <p:cNvSpPr>
            <a:spLocks noGrp="1"/>
          </p:cNvSpPr>
          <p:nvPr>
            <p:ph type="sldNum" sz="quarter" idx="12"/>
            <p:custDataLst>
              <p:tags r:id="rId13"/>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bg2"/>
        </a:solidFill>
        <a:effectLst/>
      </p:bgPr>
    </p:bg>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294286" y="-27771"/>
            <a:ext cx="11755418" cy="6611091"/>
            <a:chOff x="294286" y="-27771"/>
            <a:chExt cx="11755418" cy="6611091"/>
          </a:xfrm>
        </p:grpSpPr>
        <p:grpSp>
          <p:nvGrpSpPr>
            <p:cNvPr id="11" name="组合 10"/>
            <p:cNvGrpSpPr/>
            <p:nvPr userDrawn="1">
              <p:custDataLst>
                <p:tags r:id="rId3"/>
              </p:custDataLst>
            </p:nvPr>
          </p:nvGrpSpPr>
          <p:grpSpPr>
            <a:xfrm>
              <a:off x="11598965" y="6433146"/>
              <a:ext cx="450739" cy="150174"/>
              <a:chOff x="0" y="3623101"/>
              <a:chExt cx="1405715" cy="468548"/>
            </a:xfrm>
          </p:grpSpPr>
          <p:sp>
            <p:nvSpPr>
              <p:cNvPr id="13" name="菱形 12"/>
              <p:cNvSpPr/>
              <p:nvPr userDrawn="1">
                <p:custDataLst>
                  <p:tags r:id="rId4"/>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4" name="菱形 13"/>
              <p:cNvSpPr/>
              <p:nvPr userDrawn="1">
                <p:custDataLst>
                  <p:tags r:id="rId5"/>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5" name="菱形 14"/>
              <p:cNvSpPr/>
              <p:nvPr userDrawn="1">
                <p:custDataLst>
                  <p:tags r:id="rId6"/>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2" name="五边形 4"/>
            <p:cNvSpPr/>
            <p:nvPr userDrawn="1">
              <p:custDataLst>
                <p:tags r:id="rId7"/>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p:ph type="title"/>
            <p:custDataLst>
              <p:tags r:id="rId8"/>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704020202020204" pitchFamily="34" charset="0"/>
                <a:ea typeface="Arial" panose="020B07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704020202020204" pitchFamily="34" charset="0"/>
                <a:ea typeface="Arial" panose="020B07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7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704020202020204" pitchFamily="34" charset="0"/>
              <a:buNone/>
              <a:defRPr kumimoji="0" lang="zh-CN" altLang="en-US" sz="2000" b="0" i="0" u="none" strike="noStrike" kern="1200" cap="none" spc="200" normalizeH="0" baseline="0" noProof="1" dirty="0">
                <a:solidFill>
                  <a:schemeClr val="tx1"/>
                </a:solidFill>
                <a:uFillTx/>
                <a:latin typeface="Arial" panose="020B0704020202020204" pitchFamily="34" charset="0"/>
                <a:ea typeface="Arial" panose="020B0704020202020204" pitchFamily="34" charset="0"/>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7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Arial" panose="020B0704020202020204" pitchFamily="34" charset="0"/>
                <a:ea typeface="Arial" panose="020B07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p:txBody>
          <a:bodyPr/>
          <a:lstStyle>
            <a:lvl1pPr>
              <a:defRPr baseline="0">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p:txBody>
          <a:bodyPr/>
          <a:lstStyle>
            <a:lvl1pPr>
              <a:defRPr baseline="0">
                <a:latin typeface="Arial" panose="020B0704020202020204" pitchFamily="34" charset="0"/>
                <a:ea typeface="Arial" panose="020B0704020202020204" pitchFamily="34" charset="0"/>
              </a:defRPr>
            </a:lvl1pPr>
          </a:lstStyle>
          <a:p>
            <a:endParaRPr lang="zh-CN" altLang="en-US"/>
          </a:p>
        </p:txBody>
      </p:sp>
      <p:sp>
        <p:nvSpPr>
          <p:cNvPr id="9" name="灯片编号占位符 8"/>
          <p:cNvSpPr>
            <a:spLocks noGrp="1"/>
          </p:cNvSpPr>
          <p:nvPr>
            <p:ph type="sldNum" sz="quarter" idx="12"/>
            <p:custDataLst>
              <p:tags r:id="rId15"/>
            </p:custDataLst>
          </p:nvPr>
        </p:nvSpPr>
        <p:spPr/>
        <p:txBody>
          <a:bodyPr/>
          <a:lstStyle>
            <a:lvl1pPr>
              <a:defRPr baseline="0">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grpSp>
        <p:nvGrpSpPr>
          <p:cNvPr id="17" name="组合 16"/>
          <p:cNvGrpSpPr/>
          <p:nvPr userDrawn="1">
            <p:custDataLst>
              <p:tags r:id="rId2"/>
            </p:custDataLst>
          </p:nvPr>
        </p:nvGrpSpPr>
        <p:grpSpPr>
          <a:xfrm>
            <a:off x="-318" y="635"/>
            <a:ext cx="12192000" cy="6857365"/>
            <a:chOff x="-318" y="635"/>
            <a:chExt cx="12192000" cy="6857365"/>
          </a:xfrm>
        </p:grpSpPr>
        <p:grpSp>
          <p:nvGrpSpPr>
            <p:cNvPr id="16" name="组合 15"/>
            <p:cNvGrpSpPr/>
            <p:nvPr userDrawn="1"/>
          </p:nvGrpSpPr>
          <p:grpSpPr>
            <a:xfrm>
              <a:off x="-318" y="635"/>
              <a:ext cx="12192000" cy="6857365"/>
              <a:chOff x="-318" y="635"/>
              <a:chExt cx="12192000" cy="6857365"/>
            </a:xfrm>
          </p:grpSpPr>
          <p:grpSp>
            <p:nvGrpSpPr>
              <p:cNvPr id="8" name="组合 7"/>
              <p:cNvGrpSpPr/>
              <p:nvPr userDrawn="1">
                <p:custDataLst>
                  <p:tags r:id="rId3"/>
                </p:custDataLst>
              </p:nvPr>
            </p:nvGrpSpPr>
            <p:grpSpPr>
              <a:xfrm>
                <a:off x="-318" y="635"/>
                <a:ext cx="12192000" cy="6857365"/>
                <a:chOff x="0" y="0"/>
                <a:chExt cx="19200" cy="10799"/>
              </a:xfrm>
            </p:grpSpPr>
            <p:sp>
              <p:nvSpPr>
                <p:cNvPr id="9" name="矩形 8"/>
                <p:cNvSpPr/>
                <p:nvPr userDrawn="1">
                  <p:custDataLst>
                    <p:tags r:id="rId4"/>
                  </p:custDataLst>
                </p:nvPr>
              </p:nvSpPr>
              <p:spPr>
                <a:xfrm>
                  <a:off x="0" y="0"/>
                  <a:ext cx="19200" cy="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0" name="矩形 9"/>
                <p:cNvSpPr/>
                <p:nvPr userDrawn="1">
                  <p:custDataLst>
                    <p:tags r:id="rId5"/>
                  </p:custDataLst>
                </p:nvPr>
              </p:nvSpPr>
              <p:spPr>
                <a:xfrm>
                  <a:off x="0" y="9720"/>
                  <a:ext cx="19200" cy="1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1" name="菱形 10"/>
                <p:cNvSpPr/>
                <p:nvPr userDrawn="1">
                  <p:custDataLst>
                    <p:tags r:id="rId6"/>
                  </p:custDataLst>
                </p:nvPr>
              </p:nvSpPr>
              <p:spPr>
                <a:xfrm flipH="1">
                  <a:off x="420" y="399"/>
                  <a:ext cx="474" cy="441"/>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nvGrpSpPr>
                <p:cNvPr id="12" name="组合 11"/>
                <p:cNvGrpSpPr/>
                <p:nvPr userDrawn="1">
                  <p:custDataLst>
                    <p:tags r:id="rId7"/>
                  </p:custDataLst>
                </p:nvPr>
              </p:nvGrpSpPr>
              <p:grpSpPr>
                <a:xfrm>
                  <a:off x="16448" y="9574"/>
                  <a:ext cx="2074" cy="675"/>
                  <a:chOff x="0" y="3633950"/>
                  <a:chExt cx="1405715" cy="457699"/>
                </a:xfrm>
              </p:grpSpPr>
              <p:sp>
                <p:nvSpPr>
                  <p:cNvPr id="13" name="菱形 12"/>
                  <p:cNvSpPr/>
                  <p:nvPr userDrawn="1">
                    <p:custDataLst>
                      <p:tags r:id="rId8"/>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4" name="菱形 13"/>
                  <p:cNvSpPr/>
                  <p:nvPr userDrawn="1">
                    <p:custDataLst>
                      <p:tags r:id="rId9"/>
                    </p:custDataLst>
                  </p:nvPr>
                </p:nvSpPr>
                <p:spPr>
                  <a:xfrm>
                    <a:off x="474008"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5" name="菱形 14"/>
                  <p:cNvSpPr/>
                  <p:nvPr userDrawn="1">
                    <p:custDataLst>
                      <p:tags r:id="rId10"/>
                    </p:custDataLst>
                  </p:nvPr>
                </p:nvSpPr>
                <p:spPr>
                  <a:xfrm>
                    <a:off x="948016"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grpSp>
          <p:sp>
            <p:nvSpPr>
              <p:cNvPr id="6" name="圆角矩形 7"/>
              <p:cNvSpPr/>
              <p:nvPr userDrawn="1">
                <p:custDataLst>
                  <p:tags r:id="rId11"/>
                </p:custDataLst>
              </p:nvPr>
            </p:nvSpPr>
            <p:spPr>
              <a:xfrm>
                <a:off x="193040" y="182880"/>
                <a:ext cx="11805285" cy="6491605"/>
              </a:xfrm>
              <a:prstGeom prst="roundRect">
                <a:avLst>
                  <a:gd name="adj" fmla="val 172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7" name="五边形 6"/>
            <p:cNvSpPr/>
            <p:nvPr userDrawn="1">
              <p:custDataLst>
                <p:tags r:id="rId12"/>
              </p:custDataLst>
            </p:nvPr>
          </p:nvSpPr>
          <p:spPr>
            <a:xfrm rot="16200000" flipV="1">
              <a:off x="5792470" y="5668645"/>
              <a:ext cx="607060" cy="1645920"/>
            </a:xfrm>
            <a:prstGeom prst="homePlate">
              <a:avLst>
                <a:gd name="adj" fmla="val 80230"/>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 name="标题 1"/>
          <p:cNvSpPr>
            <a:spLocks noGrp="1"/>
          </p:cNvSpPr>
          <p:nvPr>
            <p:ph type="title"/>
            <p:custDataLst>
              <p:tags r:id="rId13"/>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704020202020204" pitchFamily="34" charset="0"/>
                <a:ea typeface="Arial" panose="020B0704020202020204" pitchFamily="34" charset="0"/>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1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a:lstStyle/>
          <a:p>
            <a:endParaRPr lang="zh-CN" altLang="en-US"/>
          </a:p>
        </p:txBody>
      </p:sp>
      <p:sp>
        <p:nvSpPr>
          <p:cNvPr id="5" name="灯片编号占位符 4"/>
          <p:cNvSpPr>
            <a:spLocks noGrp="1"/>
          </p:cNvSpPr>
          <p:nvPr>
            <p:ph type="sldNum" sz="quarter" idx="12"/>
            <p:custDataLst>
              <p:tags r:id="rId1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nd title">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294286" y="-27771"/>
            <a:ext cx="11755418" cy="6611091"/>
            <a:chOff x="294286" y="-27771"/>
            <a:chExt cx="11755418" cy="6611091"/>
          </a:xfrm>
        </p:grpSpPr>
        <p:grpSp>
          <p:nvGrpSpPr>
            <p:cNvPr id="9" name="组合 8"/>
            <p:cNvGrpSpPr/>
            <p:nvPr userDrawn="1">
              <p:custDataLst>
                <p:tags r:id="rId3"/>
              </p:custDataLst>
            </p:nvPr>
          </p:nvGrpSpPr>
          <p:grpSpPr>
            <a:xfrm>
              <a:off x="11598965" y="6433146"/>
              <a:ext cx="450739" cy="150174"/>
              <a:chOff x="0" y="3623101"/>
              <a:chExt cx="1405715" cy="468548"/>
            </a:xfrm>
          </p:grpSpPr>
          <p:sp>
            <p:nvSpPr>
              <p:cNvPr id="11" name="菱形 10"/>
              <p:cNvSpPr/>
              <p:nvPr userDrawn="1">
                <p:custDataLst>
                  <p:tags r:id="rId4"/>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2" name="菱形 11"/>
              <p:cNvSpPr/>
              <p:nvPr userDrawn="1">
                <p:custDataLst>
                  <p:tags r:id="rId5"/>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3" name="菱形 12"/>
              <p:cNvSpPr/>
              <p:nvPr userDrawn="1">
                <p:custDataLst>
                  <p:tags r:id="rId6"/>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0" name="五边形 4"/>
            <p:cNvSpPr/>
            <p:nvPr userDrawn="1">
              <p:custDataLst>
                <p:tags r:id="rId7"/>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p:ph type="title"/>
            <p:custDataLst>
              <p:tags r:id="rId8"/>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7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Microsoft YaHei"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7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7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7" name="灯片编号占位符 6"/>
          <p:cNvSpPr>
            <a:spLocks noGrp="1"/>
          </p:cNvSpPr>
          <p:nvPr>
            <p:ph type="sldNum" sz="quarter" idx="12"/>
            <p:custDataLst>
              <p:tags r:id="rId13"/>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tx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257176" y="284361"/>
            <a:ext cx="11842224" cy="6446131"/>
            <a:chOff x="257176" y="284361"/>
            <a:chExt cx="11842224" cy="6446131"/>
          </a:xfrm>
        </p:grpSpPr>
        <p:sp>
          <p:nvSpPr>
            <p:cNvPr id="8" name="矩形 7"/>
            <p:cNvSpPr/>
            <p:nvPr userDrawn="1">
              <p:custDataLst>
                <p:tags r:id="rId3"/>
              </p:custDataLst>
            </p:nvPr>
          </p:nvSpPr>
          <p:spPr>
            <a:xfrm>
              <a:off x="257176" y="285907"/>
              <a:ext cx="11677650" cy="6295867"/>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en-US" altLang="zh-CN" dirty="0">
                <a:ea typeface="Arial" panose="020B0704020202020204" pitchFamily="34" charset="0"/>
                <a:sym typeface="+mn-ea"/>
              </a:endParaRPr>
            </a:p>
          </p:txBody>
        </p:sp>
        <p:grpSp>
          <p:nvGrpSpPr>
            <p:cNvPr id="9" name="组合 8"/>
            <p:cNvGrpSpPr/>
            <p:nvPr userDrawn="1">
              <p:custDataLst>
                <p:tags r:id="rId4"/>
              </p:custDataLst>
            </p:nvPr>
          </p:nvGrpSpPr>
          <p:grpSpPr>
            <a:xfrm>
              <a:off x="11148545" y="6413693"/>
              <a:ext cx="950855" cy="316799"/>
              <a:chOff x="0" y="3623101"/>
              <a:chExt cx="1405715" cy="468548"/>
            </a:xfrm>
          </p:grpSpPr>
          <p:sp>
            <p:nvSpPr>
              <p:cNvPr id="11" name="菱形 10"/>
              <p:cNvSpPr/>
              <p:nvPr userDrawn="1">
                <p:custDataLst>
                  <p:tags r:id="rId5"/>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2" name="菱形 11"/>
              <p:cNvSpPr/>
              <p:nvPr userDrawn="1">
                <p:custDataLst>
                  <p:tags r:id="rId6"/>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3" name="菱形 12"/>
              <p:cNvSpPr/>
              <p:nvPr userDrawn="1">
                <p:custDataLst>
                  <p:tags r:id="rId7"/>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0" name="五边形 4"/>
            <p:cNvSpPr/>
            <p:nvPr userDrawn="1">
              <p:custDataLst>
                <p:tags r:id="rId8"/>
              </p:custDataLst>
            </p:nvPr>
          </p:nvSpPr>
          <p:spPr>
            <a:xfrm rot="5400000">
              <a:off x="660603" y="23185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竖排标题 1"/>
          <p:cNvSpPr>
            <a:spLocks noGrp="1"/>
          </p:cNvSpPr>
          <p:nvPr>
            <p:ph type="title" orient="vert"/>
            <p:custDataLst>
              <p:tags r:id="rId9"/>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704020202020204" pitchFamily="34" charset="0"/>
                <a:ea typeface="Arial" panose="020B0704020202020204" pitchFamily="34" charset="0"/>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10"/>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704020202020204" pitchFamily="34" charset="0"/>
                <a:ea typeface="Arial" panose="020B0704020202020204" pitchFamily="34" charset="0"/>
              </a:defRPr>
            </a:lvl1pPr>
            <a:lvl2pPr indent="0" eaLnBrk="1" fontAlgn="auto" latinLnBrk="0" hangingPunct="1">
              <a:defRPr baseline="0">
                <a:solidFill>
                  <a:schemeClr val="tx1">
                    <a:lumMod val="85000"/>
                    <a:lumOff val="15000"/>
                  </a:schemeClr>
                </a:solidFill>
                <a:latin typeface="Arial" panose="020B0704020202020204" pitchFamily="34" charset="0"/>
                <a:ea typeface="Arial" panose="020B0704020202020204" pitchFamily="34" charset="0"/>
              </a:defRPr>
            </a:lvl2pPr>
            <a:lvl3pPr indent="0" eaLnBrk="1" fontAlgn="auto" latinLnBrk="0" hangingPunct="1">
              <a:defRPr baseline="0">
                <a:solidFill>
                  <a:schemeClr val="tx1">
                    <a:lumMod val="85000"/>
                    <a:lumOff val="15000"/>
                  </a:schemeClr>
                </a:solidFill>
                <a:latin typeface="Arial" panose="020B0704020202020204" pitchFamily="34" charset="0"/>
                <a:ea typeface="Arial" panose="020B0704020202020204" pitchFamily="34" charset="0"/>
              </a:defRPr>
            </a:lvl3pPr>
            <a:lvl4pPr indent="0" eaLnBrk="1" fontAlgn="auto" latinLnBrk="0" hangingPunct="1">
              <a:defRPr baseline="0">
                <a:solidFill>
                  <a:schemeClr val="tx1">
                    <a:lumMod val="85000"/>
                    <a:lumOff val="15000"/>
                  </a:schemeClr>
                </a:solidFill>
                <a:latin typeface="Arial" panose="020B0704020202020204" pitchFamily="34" charset="0"/>
                <a:ea typeface="Arial" panose="020B0704020202020204" pitchFamily="34" charset="0"/>
              </a:defRPr>
            </a:lvl4pPr>
            <a:lvl5pPr indent="0" eaLnBrk="1" fontAlgn="auto" latinLnBrk="0" hangingPunct="1">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a:p>
        </p:txBody>
      </p:sp>
      <p:sp>
        <p:nvSpPr>
          <p:cNvPr id="6" name="灯片编号占位符 5"/>
          <p:cNvSpPr>
            <a:spLocks noGrp="1"/>
          </p:cNvSpPr>
          <p:nvPr>
            <p:ph type="sldNum" sz="quarter" idx="12"/>
            <p:custDataLst>
              <p:tags r:id="rId13"/>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tx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257176" y="284361"/>
            <a:ext cx="11842224" cy="6446131"/>
            <a:chOff x="257176" y="284361"/>
            <a:chExt cx="11842224" cy="6446131"/>
          </a:xfrm>
        </p:grpSpPr>
        <p:sp>
          <p:nvSpPr>
            <p:cNvPr id="8" name="矩形 7"/>
            <p:cNvSpPr/>
            <p:nvPr userDrawn="1">
              <p:custDataLst>
                <p:tags r:id="rId3"/>
              </p:custDataLst>
            </p:nvPr>
          </p:nvSpPr>
          <p:spPr>
            <a:xfrm>
              <a:off x="257176" y="285907"/>
              <a:ext cx="11677650" cy="6295867"/>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en-US" altLang="zh-CN" dirty="0">
                <a:ea typeface="Arial" panose="020B0704020202020204" pitchFamily="34" charset="0"/>
                <a:sym typeface="+mn-ea"/>
              </a:endParaRPr>
            </a:p>
          </p:txBody>
        </p:sp>
        <p:grpSp>
          <p:nvGrpSpPr>
            <p:cNvPr id="9" name="组合 8"/>
            <p:cNvGrpSpPr/>
            <p:nvPr userDrawn="1">
              <p:custDataLst>
                <p:tags r:id="rId4"/>
              </p:custDataLst>
            </p:nvPr>
          </p:nvGrpSpPr>
          <p:grpSpPr>
            <a:xfrm>
              <a:off x="11148545" y="6413693"/>
              <a:ext cx="950855" cy="316799"/>
              <a:chOff x="0" y="3623101"/>
              <a:chExt cx="1405715" cy="468548"/>
            </a:xfrm>
          </p:grpSpPr>
          <p:sp>
            <p:nvSpPr>
              <p:cNvPr id="11" name="菱形 10"/>
              <p:cNvSpPr/>
              <p:nvPr userDrawn="1">
                <p:custDataLst>
                  <p:tags r:id="rId5"/>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2" name="菱形 11"/>
              <p:cNvSpPr/>
              <p:nvPr userDrawn="1">
                <p:custDataLst>
                  <p:tags r:id="rId6"/>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3" name="菱形 12"/>
              <p:cNvSpPr/>
              <p:nvPr userDrawn="1">
                <p:custDataLst>
                  <p:tags r:id="rId7"/>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0" name="五边形 4"/>
            <p:cNvSpPr/>
            <p:nvPr userDrawn="1">
              <p:custDataLst>
                <p:tags r:id="rId8"/>
              </p:custDataLst>
            </p:nvPr>
          </p:nvSpPr>
          <p:spPr>
            <a:xfrm rot="5400000">
              <a:off x="660603" y="23185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3" name="日期占位符 2"/>
          <p:cNvSpPr>
            <a:spLocks noGrp="1"/>
          </p:cNvSpPr>
          <p:nvPr>
            <p:ph type="dt" sz="half" idx="10"/>
            <p:custDataLst>
              <p:tags r:id="rId9"/>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a:p>
        </p:txBody>
      </p:sp>
      <p:sp>
        <p:nvSpPr>
          <p:cNvPr id="5" name="灯片编号占位符 4"/>
          <p:cNvSpPr>
            <a:spLocks noGrp="1"/>
          </p:cNvSpPr>
          <p:nvPr>
            <p:ph type="sldNum" sz="quarter" idx="12"/>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2"/>
            </p:custDataLst>
          </p:nvPr>
        </p:nvSpPr>
        <p:spPr>
          <a:xfrm>
            <a:off x="669930" y="952508"/>
            <a:ext cx="10852237" cy="5388907"/>
          </a:xfrm>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vl2pPr>
              <a:defRPr baseline="0">
                <a:solidFill>
                  <a:schemeClr val="tx1">
                    <a:lumMod val="85000"/>
                    <a:lumOff val="15000"/>
                  </a:schemeClr>
                </a:solidFill>
                <a:latin typeface="Arial" panose="020B0704020202020204" pitchFamily="34" charset="0"/>
                <a:ea typeface="Arial" panose="020B0704020202020204" pitchFamily="34" charset="0"/>
              </a:defRPr>
            </a:lvl2pPr>
            <a:lvl3pPr>
              <a:defRPr baseline="0">
                <a:solidFill>
                  <a:schemeClr val="tx1">
                    <a:lumMod val="85000"/>
                    <a:lumOff val="15000"/>
                  </a:schemeClr>
                </a:solidFill>
                <a:latin typeface="Arial" panose="020B0704020202020204" pitchFamily="34" charset="0"/>
                <a:ea typeface="Arial" panose="020B0704020202020204" pitchFamily="34" charset="0"/>
              </a:defRPr>
            </a:lvl3pPr>
            <a:lvl4pPr>
              <a:defRPr baseline="0">
                <a:solidFill>
                  <a:schemeClr val="tx1">
                    <a:lumMod val="85000"/>
                    <a:lumOff val="15000"/>
                  </a:schemeClr>
                </a:solidFill>
                <a:latin typeface="Arial" panose="020B0704020202020204" pitchFamily="34" charset="0"/>
                <a:ea typeface="Arial" panose="020B0704020202020204" pitchFamily="34" charset="0"/>
              </a:defRPr>
            </a:lvl4pPr>
            <a:lvl5pPr>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bg>
      <p:bgPr>
        <a:solidFill>
          <a:schemeClr val="bg2"/>
        </a:solidFill>
        <a:effectLst/>
      </p:bgPr>
    </p:bg>
    <p:spTree>
      <p:nvGrpSpPr>
        <p:cNvPr id="1" name=""/>
        <p:cNvGrpSpPr/>
        <p:nvPr/>
      </p:nvGrpSpPr>
      <p:grpSpPr>
        <a:xfrm>
          <a:off x="0" y="0"/>
          <a:ext cx="0" cy="0"/>
          <a:chOff x="0" y="0"/>
          <a:chExt cx="0" cy="0"/>
        </a:xfrm>
      </p:grpSpPr>
      <p:grpSp>
        <p:nvGrpSpPr>
          <p:cNvPr id="21" name="组合 20"/>
          <p:cNvGrpSpPr/>
          <p:nvPr userDrawn="1">
            <p:custDataLst>
              <p:tags r:id="rId2"/>
            </p:custDataLst>
          </p:nvPr>
        </p:nvGrpSpPr>
        <p:grpSpPr>
          <a:xfrm>
            <a:off x="-318" y="-953"/>
            <a:ext cx="12192000" cy="6858953"/>
            <a:chOff x="-318" y="-953"/>
            <a:chExt cx="12192000" cy="6858953"/>
          </a:xfrm>
        </p:grpSpPr>
        <p:grpSp>
          <p:nvGrpSpPr>
            <p:cNvPr id="22" name="组合 21"/>
            <p:cNvGrpSpPr/>
            <p:nvPr userDrawn="1"/>
          </p:nvGrpSpPr>
          <p:grpSpPr>
            <a:xfrm>
              <a:off x="-318" y="635"/>
              <a:ext cx="12192000" cy="6857365"/>
              <a:chOff x="-318" y="635"/>
              <a:chExt cx="12192000" cy="6857365"/>
            </a:xfrm>
          </p:grpSpPr>
          <p:grpSp>
            <p:nvGrpSpPr>
              <p:cNvPr id="25" name="组合 24"/>
              <p:cNvGrpSpPr/>
              <p:nvPr userDrawn="1">
                <p:custDataLst>
                  <p:tags r:id="rId3"/>
                </p:custDataLst>
              </p:nvPr>
            </p:nvGrpSpPr>
            <p:grpSpPr>
              <a:xfrm>
                <a:off x="-318" y="635"/>
                <a:ext cx="12192000" cy="6857365"/>
                <a:chOff x="0" y="0"/>
                <a:chExt cx="19200" cy="10799"/>
              </a:xfrm>
            </p:grpSpPr>
            <p:sp>
              <p:nvSpPr>
                <p:cNvPr id="27" name="矩形 26"/>
                <p:cNvSpPr/>
                <p:nvPr userDrawn="1">
                  <p:custDataLst>
                    <p:tags r:id="rId4"/>
                  </p:custDataLst>
                </p:nvPr>
              </p:nvSpPr>
              <p:spPr>
                <a:xfrm>
                  <a:off x="0" y="0"/>
                  <a:ext cx="19200" cy="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8" name="矩形 27"/>
                <p:cNvSpPr/>
                <p:nvPr userDrawn="1">
                  <p:custDataLst>
                    <p:tags r:id="rId5"/>
                  </p:custDataLst>
                </p:nvPr>
              </p:nvSpPr>
              <p:spPr>
                <a:xfrm>
                  <a:off x="0" y="9720"/>
                  <a:ext cx="19200" cy="1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9" name="菱形 28"/>
                <p:cNvSpPr/>
                <p:nvPr userDrawn="1">
                  <p:custDataLst>
                    <p:tags r:id="rId6"/>
                  </p:custDataLst>
                </p:nvPr>
              </p:nvSpPr>
              <p:spPr>
                <a:xfrm flipH="1">
                  <a:off x="420" y="399"/>
                  <a:ext cx="474" cy="441"/>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nvGrpSpPr>
                <p:cNvPr id="30" name="组合 29"/>
                <p:cNvGrpSpPr/>
                <p:nvPr userDrawn="1">
                  <p:custDataLst>
                    <p:tags r:id="rId7"/>
                  </p:custDataLst>
                </p:nvPr>
              </p:nvGrpSpPr>
              <p:grpSpPr>
                <a:xfrm>
                  <a:off x="16448" y="9574"/>
                  <a:ext cx="2074" cy="675"/>
                  <a:chOff x="0" y="3633950"/>
                  <a:chExt cx="1405715" cy="457699"/>
                </a:xfrm>
              </p:grpSpPr>
              <p:sp>
                <p:nvSpPr>
                  <p:cNvPr id="31" name="菱形 30"/>
                  <p:cNvSpPr/>
                  <p:nvPr userDrawn="1">
                    <p:custDataLst>
                      <p:tags r:id="rId8"/>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32" name="菱形 31"/>
                  <p:cNvSpPr/>
                  <p:nvPr userDrawn="1">
                    <p:custDataLst>
                      <p:tags r:id="rId9"/>
                    </p:custDataLst>
                  </p:nvPr>
                </p:nvSpPr>
                <p:spPr>
                  <a:xfrm>
                    <a:off x="474008"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33" name="菱形 32"/>
                  <p:cNvSpPr/>
                  <p:nvPr userDrawn="1">
                    <p:custDataLst>
                      <p:tags r:id="rId10"/>
                    </p:custDataLst>
                  </p:nvPr>
                </p:nvSpPr>
                <p:spPr>
                  <a:xfrm>
                    <a:off x="948016"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grpSp>
          <p:sp>
            <p:nvSpPr>
              <p:cNvPr id="26" name="圆角矩形 7"/>
              <p:cNvSpPr/>
              <p:nvPr userDrawn="1">
                <p:custDataLst>
                  <p:tags r:id="rId11"/>
                </p:custDataLst>
              </p:nvPr>
            </p:nvSpPr>
            <p:spPr>
              <a:xfrm>
                <a:off x="193040" y="182880"/>
                <a:ext cx="11805285" cy="6491605"/>
              </a:xfrm>
              <a:prstGeom prst="roundRect">
                <a:avLst>
                  <a:gd name="adj" fmla="val 172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3" name="五边形 4"/>
            <p:cNvSpPr/>
            <p:nvPr userDrawn="1">
              <p:custDataLst>
                <p:tags r:id="rId12"/>
              </p:custDataLst>
            </p:nvPr>
          </p:nvSpPr>
          <p:spPr>
            <a:xfrm rot="5400000">
              <a:off x="5432425" y="-160020"/>
              <a:ext cx="1327785" cy="1645920"/>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sp>
          <p:nvSpPr>
            <p:cNvPr id="24" name="五边形 6"/>
            <p:cNvSpPr/>
            <p:nvPr userDrawn="1">
              <p:custDataLst>
                <p:tags r:id="rId13"/>
              </p:custDataLst>
            </p:nvPr>
          </p:nvSpPr>
          <p:spPr>
            <a:xfrm rot="16200000" flipV="1">
              <a:off x="5792470" y="5658485"/>
              <a:ext cx="607060" cy="1645920"/>
            </a:xfrm>
            <a:prstGeom prst="homePlate">
              <a:avLst>
                <a:gd name="adj" fmla="val 80230"/>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3" name="日期占位符 2"/>
          <p:cNvSpPr>
            <a:spLocks noGrp="1"/>
          </p:cNvSpPr>
          <p:nvPr>
            <p:ph type="dt" sz="half" idx="10"/>
            <p:custDataLst>
              <p:tags r:id="rId1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a:lstStyle/>
          <a:p>
            <a:endParaRPr lang="zh-CN" altLang="en-US"/>
          </a:p>
        </p:txBody>
      </p:sp>
      <p:sp>
        <p:nvSpPr>
          <p:cNvPr id="5" name="灯片编号占位符 4"/>
          <p:cNvSpPr>
            <a:spLocks noGrp="1"/>
          </p:cNvSpPr>
          <p:nvPr>
            <p:ph type="sldNum" sz="quarter" idx="12"/>
            <p:custDataLst>
              <p:tags r:id="rId16"/>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7"/>
            </p:custDataLst>
          </p:nvPr>
        </p:nvSpPr>
        <p:spPr>
          <a:xfrm>
            <a:off x="2593023" y="2000251"/>
            <a:ext cx="7005955" cy="1491328"/>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8800" b="1" i="0" u="none" strike="noStrike" kern="1200" cap="none" spc="600" normalizeH="0" baseline="0" noProof="1" dirty="0">
                <a:solidFill>
                  <a:schemeClr val="tx1">
                    <a:lumMod val="85000"/>
                    <a:lumOff val="15000"/>
                  </a:schemeClr>
                </a:solidFill>
                <a:uFillTx/>
                <a:latin typeface="Arial" panose="020B07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10" name="文本占位符 9"/>
          <p:cNvSpPr>
            <a:spLocks noGrp="1"/>
          </p:cNvSpPr>
          <p:nvPr>
            <p:ph type="body" sz="quarter" idx="13" hasCustomPrompt="1"/>
            <p:custDataLst>
              <p:tags r:id="rId18"/>
            </p:custDataLst>
          </p:nvPr>
        </p:nvSpPr>
        <p:spPr>
          <a:xfrm>
            <a:off x="4979820" y="4079895"/>
            <a:ext cx="2232360" cy="481249"/>
          </a:xfrm>
        </p:spPr>
        <p:txBody>
          <a:bodyPr lIns="90000" tIns="0" rIns="90000" bIns="46800" anchor="ctr" anchorCtr="0">
            <a:normAutofit/>
          </a:bodyPr>
          <a:lstStyle>
            <a:lvl1pPr marL="0" indent="0" algn="ctr">
              <a:buNone/>
              <a:defRPr sz="2000" baseline="0">
                <a:latin typeface="Arial" panose="020B0704020202020204" pitchFamily="34" charset="0"/>
              </a:defRPr>
            </a:lvl1pPr>
            <a:lvl2pPr marL="457200" indent="0">
              <a:buNone/>
              <a:defRPr/>
            </a:lvl2pPr>
          </a:lstStyle>
          <a:p>
            <a:pPr lvl="0"/>
            <a:r>
              <a:rPr lang="zh-CN" altLang="en-US" dirty="0"/>
              <a:t>编辑文本</a:t>
            </a:r>
            <a:endParaRPr lang="zh-CN" altLang="en-US" dirty="0"/>
          </a:p>
        </p:txBody>
      </p:sp>
      <p:sp>
        <p:nvSpPr>
          <p:cNvPr id="12" name="文本占位符 11"/>
          <p:cNvSpPr>
            <a:spLocks noGrp="1"/>
          </p:cNvSpPr>
          <p:nvPr>
            <p:ph type="body" sz="quarter" idx="14" hasCustomPrompt="1"/>
            <p:custDataLst>
              <p:tags r:id="rId19"/>
            </p:custDataLst>
          </p:nvPr>
        </p:nvSpPr>
        <p:spPr>
          <a:xfrm>
            <a:off x="2593022" y="3539541"/>
            <a:ext cx="7005955" cy="481249"/>
          </a:xfrm>
        </p:spPr>
        <p:txBody>
          <a:bodyPr lIns="90000" tIns="0" rIns="90000" bIns="46800" anchor="t" anchorCtr="0">
            <a:normAutofit/>
          </a:bodyPr>
          <a:lstStyle>
            <a:lvl1pPr marL="0" indent="0" algn="ctr">
              <a:buNone/>
              <a:defRPr sz="2400" baseline="0">
                <a:latin typeface="Arial" panose="020B0704020202020204" pitchFamily="34" charset="0"/>
              </a:defRPr>
            </a:lvl1pPr>
            <a:lvl2pPr marL="457200" indent="0">
              <a:buNone/>
              <a:defRPr/>
            </a:lvl2pPr>
          </a:lstStyle>
          <a:p>
            <a:pPr lvl="0"/>
            <a:r>
              <a:rPr lang="zh-CN" altLang="en-US" dirty="0"/>
              <a:t>单击此处编辑文本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eneral">
    <p:bg>
      <p:bgPr>
        <a:solidFill>
          <a:schemeClr val="bg2"/>
        </a:solidFill>
        <a:effectLst/>
      </p:bgPr>
    </p:bg>
    <p:spTree>
      <p:nvGrpSpPr>
        <p:cNvPr id="1" name=""/>
        <p:cNvGrpSpPr/>
        <p:nvPr/>
      </p:nvGrpSpPr>
      <p:grpSpPr>
        <a:xfrm>
          <a:off x="0" y="0"/>
          <a:ext cx="0" cy="0"/>
          <a:chOff x="0" y="0"/>
          <a:chExt cx="0" cy="0"/>
        </a:xfrm>
      </p:grpSpPr>
      <p:grpSp>
        <p:nvGrpSpPr>
          <p:cNvPr id="2" name="组合 1"/>
          <p:cNvGrpSpPr/>
          <p:nvPr userDrawn="1">
            <p:custDataLst>
              <p:tags r:id="rId2"/>
            </p:custDataLst>
          </p:nvPr>
        </p:nvGrpSpPr>
        <p:grpSpPr>
          <a:xfrm>
            <a:off x="294286" y="-27771"/>
            <a:ext cx="11755418" cy="6611091"/>
            <a:chOff x="294286" y="-27771"/>
            <a:chExt cx="11755418" cy="6611091"/>
          </a:xfrm>
        </p:grpSpPr>
        <p:grpSp>
          <p:nvGrpSpPr>
            <p:cNvPr id="17" name="组合 16"/>
            <p:cNvGrpSpPr/>
            <p:nvPr userDrawn="1">
              <p:custDataLst>
                <p:tags r:id="rId3"/>
              </p:custDataLst>
            </p:nvPr>
          </p:nvGrpSpPr>
          <p:grpSpPr>
            <a:xfrm>
              <a:off x="11598965" y="6433146"/>
              <a:ext cx="450739" cy="150174"/>
              <a:chOff x="0" y="3623101"/>
              <a:chExt cx="1405715" cy="468548"/>
            </a:xfrm>
          </p:grpSpPr>
          <p:sp>
            <p:nvSpPr>
              <p:cNvPr id="19" name="菱形 18"/>
              <p:cNvSpPr/>
              <p:nvPr userDrawn="1">
                <p:custDataLst>
                  <p:tags r:id="rId4"/>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0" name="菱形 19"/>
              <p:cNvSpPr/>
              <p:nvPr userDrawn="1">
                <p:custDataLst>
                  <p:tags r:id="rId5"/>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1" name="菱形 20"/>
              <p:cNvSpPr/>
              <p:nvPr userDrawn="1">
                <p:custDataLst>
                  <p:tags r:id="rId6"/>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6" name="五边形 4"/>
            <p:cNvSpPr/>
            <p:nvPr userDrawn="1">
              <p:custDataLst>
                <p:tags r:id="rId7"/>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3" name="日期占位符 2" hidden="1"/>
          <p:cNvSpPr>
            <a:spLocks noGrp="1"/>
          </p:cNvSpPr>
          <p:nvPr userDrawn="1">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4" name="页脚占位符 3" hidden="1"/>
          <p:cNvSpPr>
            <a:spLocks noGrp="1"/>
          </p:cNvSpPr>
          <p:nvPr userDrawn="1">
            <p:ph type="ftr" sz="quarter" idx="11"/>
            <p:custDataLst>
              <p:tags r:id="rId9"/>
            </p:custDataLst>
          </p:nvPr>
        </p:nvSpPr>
        <p:spPr/>
        <p:txBody>
          <a:bodyPr/>
          <a:lstStyle/>
          <a:p>
            <a:endParaRPr lang="zh-CN" altLang="en-US" dirty="0"/>
          </a:p>
        </p:txBody>
      </p:sp>
      <p:sp>
        <p:nvSpPr>
          <p:cNvPr id="5" name="灯片编号占位符 4" hidden="1"/>
          <p:cNvSpPr>
            <a:spLocks noGrp="1"/>
          </p:cNvSpPr>
          <p:nvPr userDrawn="1">
            <p:ph type="sldNum" sz="quarter" idx="12"/>
            <p:custDataLst>
              <p:tags r:id="rId10"/>
            </p:custDataLst>
          </p:nvPr>
        </p:nvSpPr>
        <p:spPr/>
        <p:txBody>
          <a:bodyPr/>
          <a:lstStyle/>
          <a:p>
            <a:fld id="{49AE70B2-8BF9-45C0-BB95-33D1B9D3A854}" type="slidenum">
              <a:rPr lang="zh-CN" altLang="en-US" smtClean="0"/>
            </a:fld>
            <a:endParaRPr lang="zh-CN" altLang="en-US" dirty="0"/>
          </a:p>
        </p:txBody>
      </p:sp>
      <p:sp>
        <p:nvSpPr>
          <p:cNvPr id="7" name="标题 6" hidden="1"/>
          <p:cNvSpPr>
            <a:spLocks noGrp="1"/>
          </p:cNvSpPr>
          <p:nvPr>
            <p:ph type="title"/>
            <p:custDataLst>
              <p:tags r:id="rId11"/>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frame">
    <p:bg>
      <p:bgPr>
        <a:solidFill>
          <a:schemeClr val="tx2"/>
        </a:solidFill>
        <a:effectLst/>
      </p:bgPr>
    </p:bg>
    <p:spTree>
      <p:nvGrpSpPr>
        <p:cNvPr id="1" name=""/>
        <p:cNvGrpSpPr/>
        <p:nvPr/>
      </p:nvGrpSpPr>
      <p:grpSpPr>
        <a:xfrm>
          <a:off x="0" y="0"/>
          <a:ext cx="0" cy="0"/>
          <a:chOff x="0" y="0"/>
          <a:chExt cx="0" cy="0"/>
        </a:xfrm>
      </p:grpSpPr>
      <p:grpSp>
        <p:nvGrpSpPr>
          <p:cNvPr id="23" name="组合 22"/>
          <p:cNvGrpSpPr/>
          <p:nvPr userDrawn="1">
            <p:custDataLst>
              <p:tags r:id="rId2"/>
            </p:custDataLst>
          </p:nvPr>
        </p:nvGrpSpPr>
        <p:grpSpPr>
          <a:xfrm>
            <a:off x="257176" y="284361"/>
            <a:ext cx="11842224" cy="6446131"/>
            <a:chOff x="257176" y="284361"/>
            <a:chExt cx="11842224" cy="6446131"/>
          </a:xfrm>
        </p:grpSpPr>
        <p:sp>
          <p:nvSpPr>
            <p:cNvPr id="24" name="矩形 23"/>
            <p:cNvSpPr/>
            <p:nvPr userDrawn="1">
              <p:custDataLst>
                <p:tags r:id="rId3"/>
              </p:custDataLst>
            </p:nvPr>
          </p:nvSpPr>
          <p:spPr>
            <a:xfrm>
              <a:off x="257176" y="285907"/>
              <a:ext cx="11677650" cy="6295867"/>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en-US" altLang="zh-CN" dirty="0">
                <a:ea typeface="Arial" panose="020B0704020202020204" pitchFamily="34" charset="0"/>
                <a:sym typeface="+mn-ea"/>
              </a:endParaRPr>
            </a:p>
          </p:txBody>
        </p:sp>
        <p:grpSp>
          <p:nvGrpSpPr>
            <p:cNvPr id="25" name="组合 24"/>
            <p:cNvGrpSpPr/>
            <p:nvPr userDrawn="1">
              <p:custDataLst>
                <p:tags r:id="rId4"/>
              </p:custDataLst>
            </p:nvPr>
          </p:nvGrpSpPr>
          <p:grpSpPr>
            <a:xfrm>
              <a:off x="11148545" y="6413693"/>
              <a:ext cx="950855" cy="316799"/>
              <a:chOff x="0" y="3623101"/>
              <a:chExt cx="1405715" cy="468548"/>
            </a:xfrm>
          </p:grpSpPr>
          <p:sp>
            <p:nvSpPr>
              <p:cNvPr id="27" name="菱形 26"/>
              <p:cNvSpPr/>
              <p:nvPr userDrawn="1">
                <p:custDataLst>
                  <p:tags r:id="rId5"/>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8" name="菱形 27"/>
              <p:cNvSpPr/>
              <p:nvPr userDrawn="1">
                <p:custDataLst>
                  <p:tags r:id="rId6"/>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9" name="菱形 28"/>
              <p:cNvSpPr/>
              <p:nvPr userDrawn="1">
                <p:custDataLst>
                  <p:tags r:id="rId7"/>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6" name="五边形 4"/>
            <p:cNvSpPr/>
            <p:nvPr userDrawn="1">
              <p:custDataLst>
                <p:tags r:id="rId8"/>
              </p:custDataLst>
            </p:nvPr>
          </p:nvSpPr>
          <p:spPr>
            <a:xfrm rot="5400000">
              <a:off x="660603" y="23185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userDrawn="1">
            <p:ph type="title" hasCustomPrompt="1"/>
            <p:custDataLst>
              <p:tags r:id="rId9"/>
            </p:custDataLst>
          </p:nvPr>
        </p:nvSpPr>
        <p:spPr>
          <a:xfrm>
            <a:off x="1281600" y="1249200"/>
            <a:ext cx="9626400" cy="723600"/>
          </a:xfrm>
        </p:spPr>
        <p:txBody>
          <a:bodyPr lIns="90000" tIns="46800" rIns="90000" bIns="46800" anchor="ctr">
            <a:normAutofit/>
          </a:bodyPr>
          <a:lstStyle>
            <a:lvl1pPr marL="0" indent="0">
              <a:buFont typeface="Arial" panose="020B0704020202020204" pitchFamily="34" charset="0"/>
              <a:buNone/>
              <a:defRPr sz="3200" baseline="0">
                <a:solidFill>
                  <a:schemeClr val="tx1">
                    <a:lumMod val="85000"/>
                    <a:lumOff val="15000"/>
                  </a:schemeClr>
                </a:solidFill>
                <a:latin typeface="Arial" panose="020B0704020202020204" pitchFamily="34" charset="0"/>
                <a:ea typeface="Arial" panose="020B0704020202020204" pitchFamily="34" charset="0"/>
              </a:defRPr>
            </a:lvl1pPr>
          </a:lstStyle>
          <a:p>
            <a:r>
              <a:rPr lang="zh-CN" altLang="en-US" dirty="0"/>
              <a:t>单击此处编辑标题</a:t>
            </a:r>
            <a:endParaRPr lang="zh-CN" altLang="en-US" dirty="0"/>
          </a:p>
        </p:txBody>
      </p:sp>
      <p:sp>
        <p:nvSpPr>
          <p:cNvPr id="7" name="内容占位符 6"/>
          <p:cNvSpPr>
            <a:spLocks noGrp="1"/>
          </p:cNvSpPr>
          <p:nvPr userDrawn="1">
            <p:ph sz="quarter" idx="13"/>
            <p:custDataLst>
              <p:tags r:id="rId10"/>
            </p:custDataLst>
          </p:nvPr>
        </p:nvSpPr>
        <p:spPr>
          <a:xfrm>
            <a:off x="1281113" y="2163600"/>
            <a:ext cx="9626600" cy="34452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vl2pPr marL="457200" indent="0">
              <a:buNone/>
              <a:defRPr baseline="0">
                <a:solidFill>
                  <a:schemeClr val="tx1">
                    <a:lumMod val="85000"/>
                    <a:lumOff val="15000"/>
                  </a:schemeClr>
                </a:solidFill>
                <a:latin typeface="Arial" panose="020B0704020202020204" pitchFamily="34" charset="0"/>
                <a:ea typeface="Arial" panose="020B0704020202020204" pitchFamily="34" charset="0"/>
              </a:defRPr>
            </a:lvl2pPr>
            <a:lvl3pPr marL="914400" indent="0">
              <a:buNone/>
              <a:defRPr baseline="0">
                <a:solidFill>
                  <a:schemeClr val="tx1">
                    <a:lumMod val="85000"/>
                    <a:lumOff val="15000"/>
                  </a:schemeClr>
                </a:solidFill>
                <a:latin typeface="Arial" panose="020B0704020202020204" pitchFamily="34" charset="0"/>
                <a:ea typeface="Arial" panose="020B0704020202020204" pitchFamily="34" charset="0"/>
              </a:defRPr>
            </a:lvl3pPr>
            <a:lvl4pPr marL="1371600" indent="0">
              <a:buNone/>
              <a:defRPr baseline="0">
                <a:solidFill>
                  <a:schemeClr val="tx1">
                    <a:lumMod val="85000"/>
                    <a:lumOff val="15000"/>
                  </a:schemeClr>
                </a:solidFill>
                <a:latin typeface="Arial" panose="020B0704020202020204" pitchFamily="34" charset="0"/>
                <a:ea typeface="Arial" panose="020B0704020202020204" pitchFamily="34" charset="0"/>
              </a:defRPr>
            </a:lvl4pPr>
            <a:lvl5pPr marL="1828800" indent="0">
              <a:buNone/>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userDrawn="1">
            <p:ph type="dt" sz="half" idx="10"/>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5" name="灯片编号占位符 4"/>
          <p:cNvSpPr>
            <a:spLocks noGrp="1"/>
          </p:cNvSpPr>
          <p:nvPr userDrawn="1">
            <p:ph type="sldNum" sz="quarter" idx="12"/>
            <p:custDataLst>
              <p:tags r:id="rId13"/>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ft/right">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1"/>
            <a:ext cx="4823460" cy="685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solidFill>
                <a:schemeClr val="tx1">
                  <a:lumMod val="85000"/>
                  <a:lumOff val="15000"/>
                </a:schemeClr>
              </a:solidFill>
              <a:latin typeface="Arial" panose="020B0704020202020204" pitchFamily="34" charset="0"/>
              <a:ea typeface="Arial" panose="020B0704020202020204" pitchFamily="34" charset="0"/>
              <a:sym typeface="+mn-ea"/>
            </a:endParaRPr>
          </a:p>
        </p:txBody>
      </p:sp>
      <p:grpSp>
        <p:nvGrpSpPr>
          <p:cNvPr id="13" name="组合 12"/>
          <p:cNvGrpSpPr/>
          <p:nvPr userDrawn="1">
            <p:custDataLst>
              <p:tags r:id="rId3"/>
            </p:custDataLst>
          </p:nvPr>
        </p:nvGrpSpPr>
        <p:grpSpPr>
          <a:xfrm>
            <a:off x="294286" y="-27771"/>
            <a:ext cx="11755418" cy="6611091"/>
            <a:chOff x="294286" y="-27771"/>
            <a:chExt cx="11755418" cy="6611091"/>
          </a:xfrm>
        </p:grpSpPr>
        <p:grpSp>
          <p:nvGrpSpPr>
            <p:cNvPr id="16" name="组合 15"/>
            <p:cNvGrpSpPr/>
            <p:nvPr userDrawn="1">
              <p:custDataLst>
                <p:tags r:id="rId4"/>
              </p:custDataLst>
            </p:nvPr>
          </p:nvGrpSpPr>
          <p:grpSpPr>
            <a:xfrm>
              <a:off x="11598965" y="6433146"/>
              <a:ext cx="450739" cy="150174"/>
              <a:chOff x="0" y="3623101"/>
              <a:chExt cx="1405715" cy="468548"/>
            </a:xfrm>
          </p:grpSpPr>
          <p:sp>
            <p:nvSpPr>
              <p:cNvPr id="18" name="菱形 17"/>
              <p:cNvSpPr/>
              <p:nvPr userDrawn="1">
                <p:custDataLst>
                  <p:tags r:id="rId5"/>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19" name="菱形 18"/>
              <p:cNvSpPr/>
              <p:nvPr userDrawn="1">
                <p:custDataLst>
                  <p:tags r:id="rId6"/>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2" name="菱形 21"/>
              <p:cNvSpPr/>
              <p:nvPr userDrawn="1">
                <p:custDataLst>
                  <p:tags r:id="rId7"/>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17" name="五边形 4"/>
            <p:cNvSpPr/>
            <p:nvPr userDrawn="1">
              <p:custDataLst>
                <p:tags r:id="rId8"/>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userDrawn="1">
            <p:ph type="title" hasCustomPrompt="1"/>
            <p:custDataLst>
              <p:tags r:id="rId9"/>
            </p:custDataLst>
          </p:nvPr>
        </p:nvSpPr>
        <p:spPr>
          <a:xfrm>
            <a:off x="583200" y="629920"/>
            <a:ext cx="3960000" cy="1022480"/>
          </a:xfrm>
        </p:spPr>
        <p:txBody>
          <a:bodyPr lIns="90000" tIns="46800" rIns="90000" bIns="46800" anchor="ctr">
            <a:normAutofit/>
          </a:bodyPr>
          <a:lstStyle>
            <a:lvl1pPr marL="0" indent="0">
              <a:buFont typeface="Arial" panose="020B0704020202020204" pitchFamily="34" charset="0"/>
              <a:buNone/>
              <a:defRPr sz="3600" baseline="0">
                <a:solidFill>
                  <a:schemeClr val="tx1">
                    <a:lumMod val="85000"/>
                    <a:lumOff val="15000"/>
                  </a:schemeClr>
                </a:solidFill>
                <a:latin typeface="Arial" panose="020B0704020202020204" pitchFamily="34" charset="0"/>
                <a:ea typeface="Arial" panose="020B0704020202020204" pitchFamily="34" charset="0"/>
              </a:defRPr>
            </a:lvl1pPr>
          </a:lstStyle>
          <a:p>
            <a:r>
              <a:rPr lang="zh-CN" altLang="en-US" dirty="0"/>
              <a:t>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dirty="0"/>
          </a:p>
        </p:txBody>
      </p:sp>
      <p:sp>
        <p:nvSpPr>
          <p:cNvPr id="4" name="页脚占位符 3"/>
          <p:cNvSpPr>
            <a:spLocks noGrp="1"/>
          </p:cNvSpPr>
          <p:nvPr userDrawn="1">
            <p:ph type="ftr" sz="quarter" idx="11"/>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586800" y="1764000"/>
            <a:ext cx="3956400" cy="40932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vl2pPr marL="457200" indent="0">
              <a:buNone/>
              <a:defRPr baseline="0">
                <a:solidFill>
                  <a:schemeClr val="tx1">
                    <a:lumMod val="85000"/>
                    <a:lumOff val="15000"/>
                  </a:schemeClr>
                </a:solidFill>
                <a:latin typeface="Arial" panose="020B0704020202020204" pitchFamily="34" charset="0"/>
                <a:ea typeface="Arial" panose="020B0704020202020204" pitchFamily="34" charset="0"/>
              </a:defRPr>
            </a:lvl2pPr>
            <a:lvl3pPr marL="914400" indent="0">
              <a:buNone/>
              <a:defRPr baseline="0">
                <a:solidFill>
                  <a:schemeClr val="tx1">
                    <a:lumMod val="85000"/>
                    <a:lumOff val="15000"/>
                  </a:schemeClr>
                </a:solidFill>
                <a:latin typeface="Arial" panose="020B0704020202020204" pitchFamily="34" charset="0"/>
                <a:ea typeface="Arial" panose="020B0704020202020204" pitchFamily="34" charset="0"/>
              </a:defRPr>
            </a:lvl3pPr>
            <a:lvl4pPr marL="1371600" indent="0">
              <a:buNone/>
              <a:defRPr baseline="0">
                <a:solidFill>
                  <a:schemeClr val="tx1">
                    <a:lumMod val="85000"/>
                    <a:lumOff val="15000"/>
                  </a:schemeClr>
                </a:solidFill>
                <a:latin typeface="Arial" panose="020B0704020202020204" pitchFamily="34" charset="0"/>
                <a:ea typeface="Arial" panose="020B0704020202020204" pitchFamily="34" charset="0"/>
              </a:defRPr>
            </a:lvl4pPr>
            <a:lvl5pPr marL="1828800" indent="0">
              <a:buNone/>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userDrawn="1">
            <p:ph sz="quarter" idx="14"/>
            <p:custDataLst>
              <p:tags r:id="rId14"/>
            </p:custDataLst>
          </p:nvPr>
        </p:nvSpPr>
        <p:spPr>
          <a:xfrm>
            <a:off x="5101200" y="769938"/>
            <a:ext cx="6480000" cy="5087937"/>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vl2pPr marL="457200" indent="0">
              <a:buNone/>
              <a:defRPr baseline="0">
                <a:solidFill>
                  <a:schemeClr val="tx1">
                    <a:lumMod val="85000"/>
                    <a:lumOff val="15000"/>
                  </a:schemeClr>
                </a:solidFill>
                <a:latin typeface="Arial" panose="020B0704020202020204" pitchFamily="34" charset="0"/>
                <a:ea typeface="Arial" panose="020B0704020202020204" pitchFamily="34" charset="0"/>
              </a:defRPr>
            </a:lvl2pPr>
            <a:lvl3pPr marL="914400" indent="0">
              <a:buNone/>
              <a:defRPr baseline="0">
                <a:solidFill>
                  <a:schemeClr val="tx1">
                    <a:lumMod val="85000"/>
                    <a:lumOff val="15000"/>
                  </a:schemeClr>
                </a:solidFill>
                <a:latin typeface="Arial" panose="020B0704020202020204" pitchFamily="34" charset="0"/>
                <a:ea typeface="Arial" panose="020B0704020202020204" pitchFamily="34" charset="0"/>
              </a:defRPr>
            </a:lvl3pPr>
            <a:lvl4pPr marL="1371600" indent="0">
              <a:buNone/>
              <a:defRPr baseline="0">
                <a:solidFill>
                  <a:schemeClr val="tx1">
                    <a:lumMod val="85000"/>
                    <a:lumOff val="15000"/>
                  </a:schemeClr>
                </a:solidFill>
                <a:latin typeface="Arial" panose="020B0704020202020204" pitchFamily="34" charset="0"/>
                <a:ea typeface="Arial" panose="020B0704020202020204" pitchFamily="34" charset="0"/>
              </a:defRPr>
            </a:lvl4pPr>
            <a:lvl5pPr marL="1828800" indent="0">
              <a:buNone/>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p/down">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solidFill>
                <a:schemeClr val="tx1">
                  <a:lumMod val="85000"/>
                  <a:lumOff val="15000"/>
                </a:schemeClr>
              </a:solidFill>
              <a:latin typeface="Arial" panose="020B0704020202020204" pitchFamily="34" charset="0"/>
              <a:ea typeface="Arial" panose="020B0704020202020204" pitchFamily="34" charset="0"/>
              <a:sym typeface="+mn-ea"/>
            </a:endParaRPr>
          </a:p>
        </p:txBody>
      </p:sp>
      <p:grpSp>
        <p:nvGrpSpPr>
          <p:cNvPr id="21" name="组合 20"/>
          <p:cNvGrpSpPr/>
          <p:nvPr userDrawn="1">
            <p:custDataLst>
              <p:tags r:id="rId3"/>
            </p:custDataLst>
          </p:nvPr>
        </p:nvGrpSpPr>
        <p:grpSpPr>
          <a:xfrm>
            <a:off x="294286" y="-27771"/>
            <a:ext cx="11755418" cy="6611091"/>
            <a:chOff x="294286" y="-27771"/>
            <a:chExt cx="11755418" cy="6611091"/>
          </a:xfrm>
        </p:grpSpPr>
        <p:grpSp>
          <p:nvGrpSpPr>
            <p:cNvPr id="23" name="组合 22"/>
            <p:cNvGrpSpPr/>
            <p:nvPr userDrawn="1">
              <p:custDataLst>
                <p:tags r:id="rId4"/>
              </p:custDataLst>
            </p:nvPr>
          </p:nvGrpSpPr>
          <p:grpSpPr>
            <a:xfrm>
              <a:off x="11598965" y="6433146"/>
              <a:ext cx="450739" cy="150174"/>
              <a:chOff x="0" y="3623101"/>
              <a:chExt cx="1405715" cy="468548"/>
            </a:xfrm>
          </p:grpSpPr>
          <p:sp>
            <p:nvSpPr>
              <p:cNvPr id="25" name="菱形 24"/>
              <p:cNvSpPr/>
              <p:nvPr userDrawn="1">
                <p:custDataLst>
                  <p:tags r:id="rId5"/>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6" name="菱形 25"/>
              <p:cNvSpPr/>
              <p:nvPr userDrawn="1">
                <p:custDataLst>
                  <p:tags r:id="rId6"/>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7" name="菱形 26"/>
              <p:cNvSpPr/>
              <p:nvPr userDrawn="1">
                <p:custDataLst>
                  <p:tags r:id="rId7"/>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4" name="五边形 4"/>
            <p:cNvSpPr/>
            <p:nvPr userDrawn="1">
              <p:custDataLst>
                <p:tags r:id="rId8"/>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p:ph type="title"/>
            <p:custDataLst>
              <p:tags r:id="rId9"/>
            </p:custDataLst>
          </p:nvPr>
        </p:nvSpPr>
        <p:spPr>
          <a:xfrm>
            <a:off x="612000" y="689418"/>
            <a:ext cx="10976400" cy="718182"/>
          </a:xfrm>
        </p:spPr>
        <p:txBody>
          <a:bodyPr lIns="90000" tIns="46800" rIns="90000" bIns="46800" anchor="ctr">
            <a:normAutofit/>
          </a:bodyPr>
          <a:lstStyle>
            <a:lvl1pPr algn="ctr">
              <a:defRPr sz="3600" baseline="0">
                <a:solidFill>
                  <a:schemeClr val="tx1">
                    <a:lumMod val="85000"/>
                    <a:lumOff val="15000"/>
                  </a:schemeClr>
                </a:solidFill>
                <a:latin typeface="Arial" panose="020B0704020202020204" pitchFamily="34" charset="0"/>
                <a:ea typeface="Arial" panose="020B070402020202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lIns="90000" tIns="46800" rIns="90000" bIns="46800">
            <a:normAutofit/>
          </a:bodyPr>
          <a:lstStyle>
            <a:lvl1pPr algn="ctr">
              <a:defRPr baseline="0">
                <a:solidFill>
                  <a:schemeClr val="tx1">
                    <a:lumMod val="85000"/>
                    <a:lumOff val="15000"/>
                  </a:schemeClr>
                </a:solidFill>
                <a:latin typeface="Arial" panose="020B0704020202020204" pitchFamily="34" charset="0"/>
                <a:ea typeface="Arial" panose="020B0704020202020204" pitchFamily="34" charset="0"/>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lIns="90000" tIns="46800" rIns="90000" bIns="46800">
            <a:normAutofit/>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vl2pPr>
              <a:defRPr baseline="0">
                <a:solidFill>
                  <a:schemeClr val="tx1">
                    <a:lumMod val="85000"/>
                    <a:lumOff val="15000"/>
                  </a:schemeClr>
                </a:solidFill>
                <a:latin typeface="Arial" panose="020B0704020202020204" pitchFamily="34" charset="0"/>
                <a:ea typeface="Arial" panose="020B0704020202020204" pitchFamily="34" charset="0"/>
              </a:defRPr>
            </a:lvl2pPr>
            <a:lvl3pPr>
              <a:defRPr baseline="0">
                <a:solidFill>
                  <a:schemeClr val="tx1">
                    <a:lumMod val="85000"/>
                    <a:lumOff val="15000"/>
                  </a:schemeClr>
                </a:solidFill>
                <a:latin typeface="Arial" panose="020B0704020202020204" pitchFamily="34" charset="0"/>
                <a:ea typeface="Arial" panose="020B0704020202020204" pitchFamily="34" charset="0"/>
              </a:defRPr>
            </a:lvl3pPr>
            <a:lvl4pPr>
              <a:defRPr baseline="0">
                <a:solidFill>
                  <a:schemeClr val="tx1">
                    <a:lumMod val="85000"/>
                    <a:lumOff val="15000"/>
                  </a:schemeClr>
                </a:solidFill>
                <a:latin typeface="Arial" panose="020B0704020202020204" pitchFamily="34" charset="0"/>
                <a:ea typeface="Arial" panose="020B0704020202020204" pitchFamily="34" charset="0"/>
              </a:defRPr>
            </a:lvl4pPr>
            <a:lvl5pPr>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wn/up">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solidFill>
                <a:schemeClr val="tx1">
                  <a:lumMod val="85000"/>
                  <a:lumOff val="15000"/>
                </a:schemeClr>
              </a:solidFill>
              <a:latin typeface="Arial" panose="020B0704020202020204" pitchFamily="34" charset="0"/>
              <a:ea typeface="Arial" panose="020B0704020202020204" pitchFamily="34" charset="0"/>
              <a:sym typeface="+mn-ea"/>
            </a:endParaRPr>
          </a:p>
        </p:txBody>
      </p:sp>
      <p:grpSp>
        <p:nvGrpSpPr>
          <p:cNvPr id="20" name="组合 19"/>
          <p:cNvGrpSpPr/>
          <p:nvPr userDrawn="1">
            <p:custDataLst>
              <p:tags r:id="rId3"/>
            </p:custDataLst>
          </p:nvPr>
        </p:nvGrpSpPr>
        <p:grpSpPr>
          <a:xfrm>
            <a:off x="294286" y="-27771"/>
            <a:ext cx="11755418" cy="6611091"/>
            <a:chOff x="294286" y="-27771"/>
            <a:chExt cx="11755418" cy="6611091"/>
          </a:xfrm>
        </p:grpSpPr>
        <p:grpSp>
          <p:nvGrpSpPr>
            <p:cNvPr id="21" name="组合 20"/>
            <p:cNvGrpSpPr/>
            <p:nvPr userDrawn="1">
              <p:custDataLst>
                <p:tags r:id="rId4"/>
              </p:custDataLst>
            </p:nvPr>
          </p:nvGrpSpPr>
          <p:grpSpPr>
            <a:xfrm>
              <a:off x="11598965" y="6433146"/>
              <a:ext cx="450739" cy="150174"/>
              <a:chOff x="0" y="3623101"/>
              <a:chExt cx="1405715" cy="468548"/>
            </a:xfrm>
          </p:grpSpPr>
          <p:sp>
            <p:nvSpPr>
              <p:cNvPr id="25" name="菱形 24"/>
              <p:cNvSpPr/>
              <p:nvPr userDrawn="1">
                <p:custDataLst>
                  <p:tags r:id="rId5"/>
                </p:custDataLst>
              </p:nvPr>
            </p:nvSpPr>
            <p:spPr>
              <a:xfrm>
                <a:off x="0" y="3633950"/>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6" name="菱形 25"/>
              <p:cNvSpPr/>
              <p:nvPr userDrawn="1">
                <p:custDataLst>
                  <p:tags r:id="rId6"/>
                </p:custDataLst>
              </p:nvPr>
            </p:nvSpPr>
            <p:spPr>
              <a:xfrm>
                <a:off x="474008"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
            <p:nvSpPr>
              <p:cNvPr id="27" name="菱形 26"/>
              <p:cNvSpPr/>
              <p:nvPr userDrawn="1">
                <p:custDataLst>
                  <p:tags r:id="rId7"/>
                </p:custDataLst>
              </p:nvPr>
            </p:nvSpPr>
            <p:spPr>
              <a:xfrm>
                <a:off x="948016" y="3623101"/>
                <a:ext cx="457699" cy="457699"/>
              </a:xfrm>
              <a:prstGeom prst="diamon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2" name="五边形 4"/>
            <p:cNvSpPr/>
            <p:nvPr userDrawn="1">
              <p:custDataLst>
                <p:tags r:id="rId8"/>
              </p:custDataLst>
            </p:nvPr>
          </p:nvSpPr>
          <p:spPr>
            <a:xfrm rot="5400000">
              <a:off x="346791" y="-80276"/>
              <a:ext cx="438277" cy="543287"/>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grpSp>
      <p:sp>
        <p:nvSpPr>
          <p:cNvPr id="2" name="标题 1"/>
          <p:cNvSpPr>
            <a:spLocks noGrp="1"/>
          </p:cNvSpPr>
          <p:nvPr>
            <p:ph type="title"/>
            <p:custDataLst>
              <p:tags r:id="rId9"/>
            </p:custDataLst>
          </p:nvPr>
        </p:nvSpPr>
        <p:spPr>
          <a:xfrm>
            <a:off x="604800" y="579120"/>
            <a:ext cx="10976400" cy="655680"/>
          </a:xfrm>
        </p:spPr>
        <p:txBody>
          <a:bodyPr lIns="90000" tIns="46800" rIns="90000" bIns="46800" anchor="ctr">
            <a:normAutofit/>
          </a:bodyPr>
          <a:lstStyle>
            <a:lvl1pPr algn="ctr">
              <a:defRPr sz="3200" baseline="0">
                <a:solidFill>
                  <a:schemeClr val="tx1">
                    <a:lumMod val="85000"/>
                    <a:lumOff val="15000"/>
                  </a:schemeClr>
                </a:solidFill>
                <a:latin typeface="Arial" panose="020B0704020202020204" pitchFamily="34" charset="0"/>
                <a:ea typeface="Arial" panose="020B070402020202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lIns="90000" tIns="46800" rIns="90000" bIns="46800">
            <a:normAutofit/>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vl2pPr>
              <a:defRPr baseline="0">
                <a:solidFill>
                  <a:schemeClr val="tx1">
                    <a:lumMod val="85000"/>
                    <a:lumOff val="15000"/>
                  </a:schemeClr>
                </a:solidFill>
                <a:latin typeface="Arial" panose="020B0704020202020204" pitchFamily="34" charset="0"/>
                <a:ea typeface="Arial" panose="020B0704020202020204" pitchFamily="34" charset="0"/>
              </a:defRPr>
            </a:lvl2pPr>
            <a:lvl3pPr>
              <a:defRPr baseline="0">
                <a:solidFill>
                  <a:schemeClr val="tx1">
                    <a:lumMod val="85000"/>
                    <a:lumOff val="15000"/>
                  </a:schemeClr>
                </a:solidFill>
                <a:latin typeface="Arial" panose="020B0704020202020204" pitchFamily="34" charset="0"/>
                <a:ea typeface="Arial" panose="020B0704020202020204" pitchFamily="34" charset="0"/>
              </a:defRPr>
            </a:lvl3pPr>
            <a:lvl4pPr>
              <a:defRPr baseline="0">
                <a:solidFill>
                  <a:schemeClr val="tx1">
                    <a:lumMod val="85000"/>
                    <a:lumOff val="15000"/>
                  </a:schemeClr>
                </a:solidFill>
                <a:latin typeface="Arial" panose="020B0704020202020204" pitchFamily="34" charset="0"/>
                <a:ea typeface="Arial" panose="020B0704020202020204" pitchFamily="34" charset="0"/>
              </a:defRPr>
            </a:lvl4pPr>
            <a:lvl5pPr>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vigation">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solidFill>
                <a:schemeClr val="tx1">
                  <a:lumMod val="85000"/>
                  <a:lumOff val="15000"/>
                </a:schemeClr>
              </a:solidFill>
              <a:latin typeface="Arial" panose="020B0704020202020204" pitchFamily="34" charset="0"/>
              <a:ea typeface="Arial" panose="020B0704020202020204" pitchFamily="34"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lIns="90000" tIns="46800" rIns="90000" bIns="46800">
            <a:normAutofit/>
          </a:bodyPr>
          <a:lstStyle>
            <a:lvl1pPr marL="0" indent="0">
              <a:buFont typeface="Arial" panose="020B0704020202020204" pitchFamily="34" charset="0"/>
              <a:buNone/>
              <a:defRPr baseline="0">
                <a:solidFill>
                  <a:schemeClr val="tx1">
                    <a:lumMod val="85000"/>
                    <a:lumOff val="15000"/>
                  </a:schemeClr>
                </a:solidFill>
                <a:latin typeface="Arial" panose="020B0704020202020204" pitchFamily="34" charset="0"/>
                <a:ea typeface="Arial" panose="020B070402020202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vl2pPr marL="457200" indent="0">
              <a:buNone/>
              <a:defRPr baseline="0">
                <a:solidFill>
                  <a:schemeClr val="tx1">
                    <a:lumMod val="85000"/>
                    <a:lumOff val="15000"/>
                  </a:schemeClr>
                </a:solidFill>
                <a:latin typeface="Arial" panose="020B0704020202020204" pitchFamily="34" charset="0"/>
                <a:ea typeface="Arial" panose="020B0704020202020204" pitchFamily="34" charset="0"/>
              </a:defRPr>
            </a:lvl2pPr>
            <a:lvl3pPr marL="914400" indent="0">
              <a:buNone/>
              <a:defRPr baseline="0">
                <a:solidFill>
                  <a:schemeClr val="tx1">
                    <a:lumMod val="85000"/>
                    <a:lumOff val="15000"/>
                  </a:schemeClr>
                </a:solidFill>
                <a:latin typeface="Arial" panose="020B0704020202020204" pitchFamily="34" charset="0"/>
                <a:ea typeface="Arial" panose="020B0704020202020204" pitchFamily="34" charset="0"/>
              </a:defRPr>
            </a:lvl3pPr>
            <a:lvl4pPr marL="1371600" indent="0">
              <a:buNone/>
              <a:defRPr baseline="0">
                <a:solidFill>
                  <a:schemeClr val="tx1">
                    <a:lumMod val="85000"/>
                    <a:lumOff val="15000"/>
                  </a:schemeClr>
                </a:solidFill>
                <a:latin typeface="Arial" panose="020B0704020202020204" pitchFamily="34" charset="0"/>
                <a:ea typeface="Arial" panose="020B0704020202020204" pitchFamily="34" charset="0"/>
              </a:defRPr>
            </a:lvl4pPr>
            <a:lvl5pPr marL="1828800" indent="0">
              <a:buNone/>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vl2pPr marL="457200" indent="0">
              <a:buNone/>
              <a:defRPr baseline="0">
                <a:solidFill>
                  <a:schemeClr val="tx1">
                    <a:lumMod val="85000"/>
                    <a:lumOff val="15000"/>
                  </a:schemeClr>
                </a:solidFill>
                <a:latin typeface="Arial" panose="020B0704020202020204" pitchFamily="34" charset="0"/>
                <a:ea typeface="Arial" panose="020B0704020202020204" pitchFamily="34" charset="0"/>
              </a:defRPr>
            </a:lvl2pPr>
            <a:lvl3pPr marL="914400" indent="0">
              <a:buNone/>
              <a:defRPr baseline="0">
                <a:solidFill>
                  <a:schemeClr val="tx1">
                    <a:lumMod val="85000"/>
                    <a:lumOff val="15000"/>
                  </a:schemeClr>
                </a:solidFill>
                <a:latin typeface="Arial" panose="020B0704020202020204" pitchFamily="34" charset="0"/>
                <a:ea typeface="Arial" panose="020B0704020202020204" pitchFamily="34" charset="0"/>
              </a:defRPr>
            </a:lvl3pPr>
            <a:lvl4pPr marL="1371600" indent="0">
              <a:buNone/>
              <a:defRPr baseline="0">
                <a:solidFill>
                  <a:schemeClr val="tx1">
                    <a:lumMod val="85000"/>
                    <a:lumOff val="15000"/>
                  </a:schemeClr>
                </a:solidFill>
                <a:latin typeface="Arial" panose="020B0704020202020204" pitchFamily="34" charset="0"/>
                <a:ea typeface="Arial" panose="020B0704020202020204" pitchFamily="34" charset="0"/>
              </a:defRPr>
            </a:lvl4pPr>
            <a:lvl5pPr marL="1828800" indent="0">
              <a:buNone/>
              <a:defRPr baseline="0">
                <a:solidFill>
                  <a:schemeClr val="tx1">
                    <a:lumMod val="85000"/>
                    <a:lumOff val="15000"/>
                  </a:schemeClr>
                </a:solidFill>
                <a:latin typeface="Arial" panose="020B0704020202020204" pitchFamily="34" charset="0"/>
                <a:ea typeface="Arial" panose="020B07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lIns="90000" tIns="46800" rIns="90000" bIns="46800">
            <a:normAutofit/>
          </a:bodyPr>
          <a:lstStyle>
            <a:lvl1pPr marL="0" indent="0">
              <a:buNone/>
              <a:defRPr baseline="0">
                <a:solidFill>
                  <a:schemeClr val="tx1">
                    <a:lumMod val="85000"/>
                    <a:lumOff val="15000"/>
                  </a:schemeClr>
                </a:solidFill>
                <a:latin typeface="Arial" panose="020B0704020202020204" pitchFamily="34" charset="0"/>
                <a:ea typeface="Arial" panose="020B070402020202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aistband">
    <p:bg>
      <p:bgPr>
        <a:solidFill>
          <a:schemeClr val="tx2"/>
        </a:solidFill>
        <a:effectLst/>
      </p:bgPr>
    </p:bg>
    <p:spTree>
      <p:nvGrpSpPr>
        <p:cNvPr id="1" name=""/>
        <p:cNvGrpSpPr/>
        <p:nvPr/>
      </p:nvGrpSpPr>
      <p:grpSpPr>
        <a:xfrm>
          <a:off x="0" y="0"/>
          <a:ext cx="0" cy="0"/>
          <a:chOff x="0" y="0"/>
          <a:chExt cx="0" cy="0"/>
        </a:xfrm>
      </p:grpSpPr>
      <p:sp>
        <p:nvSpPr>
          <p:cNvPr id="17" name="圆角矩形 7"/>
          <p:cNvSpPr/>
          <p:nvPr userDrawn="1">
            <p:custDataLst>
              <p:tags r:id="rId2"/>
            </p:custDataLst>
          </p:nvPr>
        </p:nvSpPr>
        <p:spPr>
          <a:xfrm>
            <a:off x="193040" y="182880"/>
            <a:ext cx="11805285" cy="6491605"/>
          </a:xfrm>
          <a:prstGeom prst="roundRect">
            <a:avLst>
              <a:gd name="adj" fmla="val 172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0">
              <a:solidFill>
                <a:schemeClr val="tx1">
                  <a:lumMod val="85000"/>
                  <a:lumOff val="15000"/>
                </a:schemeClr>
              </a:solidFill>
              <a:latin typeface="Arial" panose="020B0704020202020204" pitchFamily="34" charset="0"/>
              <a:ea typeface="Arial" panose="020B0704020202020204" pitchFamily="34" charset="0"/>
            </a:endParaRPr>
          </a:p>
        </p:txBody>
      </p:sp>
      <p:sp>
        <p:nvSpPr>
          <p:cNvPr id="10" name="矩形 9"/>
          <p:cNvSpPr/>
          <p:nvPr userDrawn="1">
            <p:custDataLst>
              <p:tags r:id="rId3"/>
            </p:custDataLst>
          </p:nvPr>
        </p:nvSpPr>
        <p:spPr>
          <a:xfrm>
            <a:off x="0" y="98638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solidFill>
                <a:schemeClr val="tx1">
                  <a:lumMod val="85000"/>
                  <a:lumOff val="15000"/>
                </a:schemeClr>
              </a:solidFill>
              <a:latin typeface="Arial" panose="020B0704020202020204" pitchFamily="34" charset="0"/>
              <a:ea typeface="Arial" panose="020B0704020202020204" pitchFamily="34" charset="0"/>
              <a:sym typeface="+mn-ea"/>
            </a:endParaRPr>
          </a:p>
        </p:txBody>
      </p:sp>
      <p:grpSp>
        <p:nvGrpSpPr>
          <p:cNvPr id="6" name="组合 5"/>
          <p:cNvGrpSpPr/>
          <p:nvPr userDrawn="1">
            <p:custDataLst>
              <p:tags r:id="rId4"/>
            </p:custDataLst>
          </p:nvPr>
        </p:nvGrpSpPr>
        <p:grpSpPr>
          <a:xfrm>
            <a:off x="5273040" y="-953"/>
            <a:ext cx="1646238" cy="6858953"/>
            <a:chOff x="5273040" y="-953"/>
            <a:chExt cx="1646238" cy="6858953"/>
          </a:xfrm>
        </p:grpSpPr>
        <p:sp>
          <p:nvSpPr>
            <p:cNvPr id="12" name="五边形 4"/>
            <p:cNvSpPr/>
            <p:nvPr userDrawn="1">
              <p:custDataLst>
                <p:tags r:id="rId5"/>
              </p:custDataLst>
            </p:nvPr>
          </p:nvSpPr>
          <p:spPr>
            <a:xfrm rot="5400000">
              <a:off x="5432425" y="-160020"/>
              <a:ext cx="1327785" cy="1645920"/>
            </a:xfrm>
            <a:prstGeom prst="homePlate">
              <a:avLst>
                <a:gd name="adj" fmla="val 35759"/>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Arial" panose="020B0704020202020204" pitchFamily="34" charset="0"/>
              </a:endParaRPr>
            </a:p>
          </p:txBody>
        </p:sp>
        <p:sp>
          <p:nvSpPr>
            <p:cNvPr id="13" name="五边形 6"/>
            <p:cNvSpPr/>
            <p:nvPr userDrawn="1">
              <p:custDataLst>
                <p:tags r:id="rId6"/>
              </p:custDataLst>
            </p:nvPr>
          </p:nvSpPr>
          <p:spPr>
            <a:xfrm rot="16200000" flipV="1">
              <a:off x="5792470" y="5731510"/>
              <a:ext cx="607060" cy="1645920"/>
            </a:xfrm>
            <a:prstGeom prst="homePlate">
              <a:avLst>
                <a:gd name="adj" fmla="val 80230"/>
              </a:avLst>
            </a:prstGeom>
            <a:solidFill>
              <a:schemeClr val="accent1"/>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grpSp>
      <p:sp>
        <p:nvSpPr>
          <p:cNvPr id="2" name="标题 1"/>
          <p:cNvSpPr>
            <a:spLocks noGrp="1"/>
          </p:cNvSpPr>
          <p:nvPr userDrawn="1">
            <p:ph type="title" hasCustomPrompt="1"/>
            <p:custDataLst>
              <p:tags r:id="rId7"/>
            </p:custDataLst>
          </p:nvPr>
        </p:nvSpPr>
        <p:spPr>
          <a:xfrm>
            <a:off x="1522800" y="1818640"/>
            <a:ext cx="9144000" cy="1907360"/>
          </a:xfrm>
        </p:spPr>
        <p:txBody>
          <a:bodyPr lIns="90000" tIns="46800" rIns="90000" bIns="46800" anchor="b">
            <a:normAutofit/>
          </a:bodyPr>
          <a:lstStyle>
            <a:lvl1pPr marL="0" indent="0" algn="ctr">
              <a:buFont typeface="Arial" panose="020B0704020202020204" pitchFamily="34" charset="0"/>
              <a:buNone/>
              <a:defRPr sz="6000" baseline="0">
                <a:solidFill>
                  <a:schemeClr val="tx1">
                    <a:lumMod val="85000"/>
                    <a:lumOff val="15000"/>
                  </a:schemeClr>
                </a:solidFill>
                <a:latin typeface="Arial" panose="020B0704020202020204" pitchFamily="34" charset="0"/>
                <a:ea typeface="Arial" panose="020B0704020202020204" pitchFamily="34" charset="0"/>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8"/>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9"/>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endParaRPr lang="zh-CN" altLang="en-US" dirty="0"/>
          </a:p>
        </p:txBody>
      </p:sp>
      <p:sp>
        <p:nvSpPr>
          <p:cNvPr id="5" name="灯片编号占位符 4"/>
          <p:cNvSpPr>
            <a:spLocks noGrp="1"/>
          </p:cNvSpPr>
          <p:nvPr userDrawn="1">
            <p:ph type="sldNum" sz="quarter" idx="12"/>
            <p:custDataLst>
              <p:tags r:id="rId10"/>
            </p:custDataLst>
          </p:nvPr>
        </p:nvSpPr>
        <p:spPr/>
        <p:txBody>
          <a:bodyPr/>
          <a:lstStyle>
            <a:lvl1pPr>
              <a:defRPr baseline="0">
                <a:solidFill>
                  <a:schemeClr val="tx1">
                    <a:lumMod val="85000"/>
                    <a:lumOff val="15000"/>
                  </a:schemeClr>
                </a:solidFill>
                <a:latin typeface="Arial" panose="020B0704020202020204" pitchFamily="34" charset="0"/>
                <a:ea typeface="Arial" panose="020B070402020202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1"/>
            </p:custDataLst>
          </p:nvPr>
        </p:nvSpPr>
        <p:spPr>
          <a:xfrm>
            <a:off x="1522413" y="3862800"/>
            <a:ext cx="9144000" cy="1656000"/>
          </a:xfrm>
        </p:spPr>
        <p:txBody>
          <a:bodyPr lIns="90000" tIns="46800" rIns="90000" bIns="46800">
            <a:normAutofit/>
          </a:bodyPr>
          <a:lstStyle>
            <a:lvl1pPr marL="0" indent="0" algn="ctr">
              <a:buNone/>
              <a:defRPr baseline="0">
                <a:solidFill>
                  <a:schemeClr val="tx1">
                    <a:lumMod val="85000"/>
                    <a:lumOff val="15000"/>
                  </a:schemeClr>
                </a:solidFill>
                <a:latin typeface="Arial" panose="020B0704020202020204" pitchFamily="34" charset="0"/>
                <a:ea typeface="Arial" panose="020B070402020202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Title Slide">
    <p:spTree>
      <p:nvGrpSpPr>
        <p:cNvPr id="1" name=""/>
        <p:cNvGrpSpPr/>
        <p:nvPr/>
      </p:nvGrpSpPr>
      <p:grpSpPr>
        <a:xfrm>
          <a:off x="0" y="0"/>
          <a:ext cx="0" cy="0"/>
          <a:chOff x="0" y="0"/>
          <a:chExt cx="0" cy="0"/>
        </a:xfrm>
      </p:grpSpPr>
      <p:sp>
        <p:nvSpPr>
          <p:cNvPr id="10" name="Picture Placeholder 9"/>
          <p:cNvSpPr>
            <a:spLocks noGrp="1"/>
          </p:cNvSpPr>
          <p:nvPr>
            <p:ph type="pic" sz="quarter" idx="38"/>
          </p:nvPr>
        </p:nvSpPr>
        <p:spPr>
          <a:xfrm>
            <a:off x="5715000" y="381002"/>
            <a:ext cx="6057900" cy="6057899"/>
          </a:xfrm>
          <a:custGeom>
            <a:avLst/>
            <a:gdLst>
              <a:gd name="connsiteX0" fmla="*/ 4074860 w 6057900"/>
              <a:gd name="connsiteY0" fmla="*/ 4074859 h 6057899"/>
              <a:gd name="connsiteX1" fmla="*/ 6057900 w 6057900"/>
              <a:gd name="connsiteY1" fmla="*/ 4074859 h 6057899"/>
              <a:gd name="connsiteX2" fmla="*/ 6057900 w 6057900"/>
              <a:gd name="connsiteY2" fmla="*/ 6057899 h 6057899"/>
              <a:gd name="connsiteX3" fmla="*/ 4074860 w 6057900"/>
              <a:gd name="connsiteY3" fmla="*/ 6057899 h 6057899"/>
              <a:gd name="connsiteX4" fmla="*/ 4074860 w 6057900"/>
              <a:gd name="connsiteY4" fmla="*/ 2037429 h 6057899"/>
              <a:gd name="connsiteX5" fmla="*/ 6057900 w 6057900"/>
              <a:gd name="connsiteY5" fmla="*/ 2037429 h 6057899"/>
              <a:gd name="connsiteX6" fmla="*/ 6057900 w 6057900"/>
              <a:gd name="connsiteY6" fmla="*/ 4020469 h 6057899"/>
              <a:gd name="connsiteX7" fmla="*/ 4074860 w 6057900"/>
              <a:gd name="connsiteY7" fmla="*/ 4020469 h 6057899"/>
              <a:gd name="connsiteX8" fmla="*/ 2037430 w 6057900"/>
              <a:gd name="connsiteY8" fmla="*/ 2037429 h 6057899"/>
              <a:gd name="connsiteX9" fmla="*/ 4020470 w 6057900"/>
              <a:gd name="connsiteY9" fmla="*/ 2037429 h 6057899"/>
              <a:gd name="connsiteX10" fmla="*/ 4020470 w 6057900"/>
              <a:gd name="connsiteY10" fmla="*/ 4020469 h 6057899"/>
              <a:gd name="connsiteX11" fmla="*/ 2037430 w 6057900"/>
              <a:gd name="connsiteY11" fmla="*/ 4020469 h 6057899"/>
              <a:gd name="connsiteX12" fmla="*/ 4074860 w 6057900"/>
              <a:gd name="connsiteY12" fmla="*/ 0 h 6057899"/>
              <a:gd name="connsiteX13" fmla="*/ 6057900 w 6057900"/>
              <a:gd name="connsiteY13" fmla="*/ 0 h 6057899"/>
              <a:gd name="connsiteX14" fmla="*/ 6057900 w 6057900"/>
              <a:gd name="connsiteY14" fmla="*/ 1983040 h 6057899"/>
              <a:gd name="connsiteX15" fmla="*/ 4074860 w 6057900"/>
              <a:gd name="connsiteY15" fmla="*/ 1983040 h 6057899"/>
              <a:gd name="connsiteX16" fmla="*/ 2037430 w 6057900"/>
              <a:gd name="connsiteY16" fmla="*/ 0 h 6057899"/>
              <a:gd name="connsiteX17" fmla="*/ 4020470 w 6057900"/>
              <a:gd name="connsiteY17" fmla="*/ 0 h 6057899"/>
              <a:gd name="connsiteX18" fmla="*/ 4020470 w 6057900"/>
              <a:gd name="connsiteY18" fmla="*/ 1983040 h 6057899"/>
              <a:gd name="connsiteX19" fmla="*/ 2037430 w 6057900"/>
              <a:gd name="connsiteY19" fmla="*/ 1983040 h 6057899"/>
              <a:gd name="connsiteX20" fmla="*/ 0 w 6057900"/>
              <a:gd name="connsiteY20" fmla="*/ 0 h 6057899"/>
              <a:gd name="connsiteX21" fmla="*/ 1983040 w 6057900"/>
              <a:gd name="connsiteY21" fmla="*/ 0 h 6057899"/>
              <a:gd name="connsiteX22" fmla="*/ 1983040 w 6057900"/>
              <a:gd name="connsiteY22" fmla="*/ 1983040 h 6057899"/>
              <a:gd name="connsiteX23" fmla="*/ 0 w 6057900"/>
              <a:gd name="connsiteY23" fmla="*/ 1983040 h 605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57900" h="6057899">
                <a:moveTo>
                  <a:pt x="4074860" y="4074859"/>
                </a:moveTo>
                <a:lnTo>
                  <a:pt x="6057900" y="4074859"/>
                </a:lnTo>
                <a:lnTo>
                  <a:pt x="6057900" y="6057899"/>
                </a:lnTo>
                <a:lnTo>
                  <a:pt x="4074860" y="6057899"/>
                </a:lnTo>
                <a:close/>
                <a:moveTo>
                  <a:pt x="4074860" y="2037429"/>
                </a:moveTo>
                <a:lnTo>
                  <a:pt x="6057900" y="2037429"/>
                </a:lnTo>
                <a:lnTo>
                  <a:pt x="6057900" y="4020469"/>
                </a:lnTo>
                <a:lnTo>
                  <a:pt x="4074860" y="4020469"/>
                </a:lnTo>
                <a:close/>
                <a:moveTo>
                  <a:pt x="2037430" y="2037429"/>
                </a:moveTo>
                <a:lnTo>
                  <a:pt x="4020470" y="2037429"/>
                </a:lnTo>
                <a:lnTo>
                  <a:pt x="4020470" y="4020469"/>
                </a:lnTo>
                <a:lnTo>
                  <a:pt x="2037430" y="4020469"/>
                </a:lnTo>
                <a:close/>
                <a:moveTo>
                  <a:pt x="4074860" y="0"/>
                </a:moveTo>
                <a:lnTo>
                  <a:pt x="6057900" y="0"/>
                </a:lnTo>
                <a:lnTo>
                  <a:pt x="6057900" y="1983040"/>
                </a:lnTo>
                <a:lnTo>
                  <a:pt x="4074860" y="1983040"/>
                </a:lnTo>
                <a:close/>
                <a:moveTo>
                  <a:pt x="2037430" y="0"/>
                </a:moveTo>
                <a:lnTo>
                  <a:pt x="4020470" y="0"/>
                </a:lnTo>
                <a:lnTo>
                  <a:pt x="4020470" y="1983040"/>
                </a:lnTo>
                <a:lnTo>
                  <a:pt x="2037430" y="1983040"/>
                </a:lnTo>
                <a:close/>
                <a:moveTo>
                  <a:pt x="0" y="0"/>
                </a:moveTo>
                <a:lnTo>
                  <a:pt x="1983040" y="0"/>
                </a:lnTo>
                <a:lnTo>
                  <a:pt x="1983040" y="1983040"/>
                </a:lnTo>
                <a:lnTo>
                  <a:pt x="0" y="1983040"/>
                </a:lnTo>
                <a:close/>
              </a:path>
            </a:pathLst>
          </a:custGeom>
        </p:spPr>
        <p:txBody>
          <a:bodyPr wrap="square">
            <a:noAutofit/>
          </a:bodyPr>
          <a:lstStyle>
            <a:lvl1pPr>
              <a:defRPr sz="1050"/>
            </a:lvl1pPr>
          </a:lstStyle>
          <a:p>
            <a:endParaRPr lang="en-US" dirty="0"/>
          </a:p>
        </p:txBody>
      </p:sp>
      <p:sp>
        <p:nvSpPr>
          <p:cNvPr id="8" name="Text Placeholder 7"/>
          <p:cNvSpPr>
            <a:spLocks noGrp="1"/>
          </p:cNvSpPr>
          <p:nvPr>
            <p:ph type="body" sz="quarter" idx="13" hasCustomPrompt="1"/>
          </p:nvPr>
        </p:nvSpPr>
        <p:spPr>
          <a:xfrm>
            <a:off x="423058" y="413130"/>
            <a:ext cx="4910937" cy="279918"/>
          </a:xfrm>
          <a:prstGeom prst="rect">
            <a:avLst/>
          </a:prstGeom>
        </p:spPr>
        <p:txBody>
          <a:bodyPr/>
          <a:lstStyle>
            <a:lvl1pPr marL="0" indent="0">
              <a:buNone/>
              <a:defRPr sz="1400" baseline="0">
                <a:solidFill>
                  <a:schemeClr val="accent1"/>
                </a:solidFill>
                <a:latin typeface="Droid Serif" panose="02020600060500020200" pitchFamily="18" charset="0"/>
                <a:ea typeface="Droid Serif" panose="02020600060500020200" pitchFamily="18" charset="0"/>
                <a:cs typeface="Droid Serif" panose="02020600060500020200" pitchFamily="18" charset="0"/>
              </a:defRPr>
            </a:lvl1pPr>
          </a:lstStyle>
          <a:p>
            <a:pPr lvl="0"/>
            <a:r>
              <a:rPr lang="en-US" dirty="0"/>
              <a:t>Put </a:t>
            </a:r>
            <a:r>
              <a:rPr lang="en-US" dirty="0" err="1"/>
              <a:t>Subtitile</a:t>
            </a:r>
            <a:r>
              <a:rPr lang="en-US" dirty="0"/>
              <a:t> here</a:t>
            </a:r>
            <a:endParaRPr lang="en-US" dirty="0"/>
          </a:p>
        </p:txBody>
      </p:sp>
      <p:sp>
        <p:nvSpPr>
          <p:cNvPr id="9" name="Text Placeholder 7"/>
          <p:cNvSpPr>
            <a:spLocks noGrp="1"/>
          </p:cNvSpPr>
          <p:nvPr>
            <p:ph type="body" sz="quarter" idx="14" hasCustomPrompt="1"/>
          </p:nvPr>
        </p:nvSpPr>
        <p:spPr>
          <a:xfrm>
            <a:off x="423058" y="816809"/>
            <a:ext cx="4910937" cy="593848"/>
          </a:xfrm>
          <a:prstGeom prst="rect">
            <a:avLst/>
          </a:prstGeom>
        </p:spPr>
        <p:txBody>
          <a:bodyPr/>
          <a:lstStyle>
            <a:lvl1pPr marL="0" indent="0">
              <a:buNone/>
              <a:defRPr sz="4000" baseline="0">
                <a:solidFill>
                  <a:schemeClr val="tx1"/>
                </a:solidFill>
                <a:latin typeface="Montserrat Semi Bold" panose="00000700000000000000" pitchFamily="50" charset="0"/>
                <a:ea typeface="Droid Serif" panose="02020600060500020200" pitchFamily="18" charset="0"/>
                <a:cs typeface="Droid Serif" panose="02020600060500020200" pitchFamily="18" charset="0"/>
              </a:defRPr>
            </a:lvl1pPr>
          </a:lstStyle>
          <a:p>
            <a:pPr lvl="0"/>
            <a:r>
              <a:rPr lang="en-US" dirty="0"/>
              <a:t>PUT TITLE HERE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7" name="矩形 6"/>
          <p:cNvSpPr/>
          <p:nvPr userDrawn="1"/>
        </p:nvSpPr>
        <p:spPr>
          <a:xfrm>
            <a:off x="11163720" y="225810"/>
            <a:ext cx="846064" cy="3538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4" name="日期占位符 3"/>
          <p:cNvSpPr>
            <a:spLocks noGrp="1"/>
          </p:cNvSpPr>
          <p:nvPr>
            <p:ph type="dt" sz="half" idx="10"/>
          </p:nvPr>
        </p:nvSpPr>
        <p:spPr/>
        <p:txBody>
          <a:bodyPr/>
          <a:lstStyle/>
          <a:p>
            <a:fld id="{3C3CC8D8-AFCB-4835-B782-9D156801DDF4}" type="datetime1">
              <a:rPr lang="zh-CN" altLang="en-US" smtClean="0"/>
            </a:fld>
            <a:endParaRPr lang="zh-CN" altLang="en-US"/>
          </a:p>
        </p:txBody>
      </p:sp>
      <p:sp>
        <p:nvSpPr>
          <p:cNvPr id="6" name="灯片编号占位符 5"/>
          <p:cNvSpPr>
            <a:spLocks noGrp="1"/>
          </p:cNvSpPr>
          <p:nvPr>
            <p:ph type="sldNum" sz="quarter" idx="12"/>
          </p:nvPr>
        </p:nvSpPr>
        <p:spPr>
          <a:xfrm>
            <a:off x="11474517" y="214484"/>
            <a:ext cx="717483" cy="365125"/>
          </a:xfrm>
        </p:spPr>
        <p:txBody>
          <a:bodyPr/>
          <a:lstStyle>
            <a:lvl1pPr algn="ctr">
              <a:defRPr b="1">
                <a:solidFill>
                  <a:schemeClr val="bg1"/>
                </a:solidFill>
                <a:latin typeface="Arial" panose="020B0704020202020204" pitchFamily="34" charset="0"/>
                <a:ea typeface="Arial" panose="020B0704020202020204" pitchFamily="34" charset="0"/>
              </a:defRPr>
            </a:lvl1pPr>
          </a:lstStyle>
          <a:p>
            <a:fld id="{565CE74E-AB26-4998-AD42-012C4C1AD076}" type="slidenum">
              <a:rPr lang="zh-CN" altLang="en-US" smtClean="0"/>
            </a:fld>
            <a:endParaRPr lang="zh-CN" altLang="en-US" dirty="0"/>
          </a:p>
        </p:txBody>
      </p:sp>
      <p:sp>
        <p:nvSpPr>
          <p:cNvPr id="2" name="矩形 1"/>
          <p:cNvSpPr/>
          <p:nvPr userDrawn="1"/>
        </p:nvSpPr>
        <p:spPr>
          <a:xfrm>
            <a:off x="5144887" y="6388012"/>
            <a:ext cx="1873250" cy="243205"/>
          </a:xfrm>
          <a:prstGeom prst="rect">
            <a:avLst/>
          </a:prstGeom>
        </p:spPr>
        <p:txBody>
          <a:bodyPr wrap="none">
            <a:spAutoFit/>
          </a:bodyPr>
          <a:lstStyle/>
          <a:p>
            <a:r>
              <a:rPr lang="en-US" altLang="zh-CN" sz="990" b="1" dirty="0">
                <a:solidFill>
                  <a:schemeClr val="accent4"/>
                </a:solidFill>
                <a:ea typeface="Arial" panose="020B0704020202020204" pitchFamily="34" charset="0"/>
              </a:rPr>
              <a:t>BusinessPlan</a:t>
            </a:r>
            <a:r>
              <a:rPr lang="en-US" altLang="zh-CN" sz="990" dirty="0">
                <a:solidFill>
                  <a:schemeClr val="accent4"/>
                </a:solidFill>
                <a:ea typeface="Arial" panose="020B0704020202020204" pitchFamily="34" charset="0"/>
              </a:rPr>
              <a:t> </a:t>
            </a:r>
            <a:r>
              <a:rPr lang="en-US" altLang="zh-CN" sz="990" b="1" dirty="0">
                <a:solidFill>
                  <a:schemeClr val="accent3">
                    <a:lumMod val="75000"/>
                  </a:schemeClr>
                </a:solidFill>
                <a:ea typeface="Arial" panose="020B0704020202020204" pitchFamily="34" charset="0"/>
              </a:rPr>
              <a:t>PPT Template</a:t>
            </a:r>
            <a:endParaRPr lang="zh-CN" altLang="en-US" sz="990" b="1" dirty="0">
              <a:solidFill>
                <a:schemeClr val="accent3">
                  <a:lumMod val="75000"/>
                </a:schemeClr>
              </a:solidFill>
              <a:ea typeface="Arial" panose="020B0704020202020204" pitchFamily="34" charset="0"/>
            </a:endParaRPr>
          </a:p>
        </p:txBody>
      </p:sp>
      <p:sp>
        <p:nvSpPr>
          <p:cNvPr id="3" name="文本框 2"/>
          <p:cNvSpPr txBox="1"/>
          <p:nvPr userDrawn="1"/>
        </p:nvSpPr>
        <p:spPr>
          <a:xfrm>
            <a:off x="11163720" y="249970"/>
            <a:ext cx="602900" cy="243205"/>
          </a:xfrm>
          <a:prstGeom prst="rect">
            <a:avLst/>
          </a:prstGeom>
          <a:noFill/>
        </p:spPr>
        <p:txBody>
          <a:bodyPr wrap="square" rtlCol="0">
            <a:spAutoFit/>
          </a:bodyPr>
          <a:lstStyle/>
          <a:p>
            <a:r>
              <a:rPr lang="en-US" altLang="zh-CN" sz="990" dirty="0">
                <a:solidFill>
                  <a:schemeClr val="bg1"/>
                </a:solidFill>
                <a:ea typeface="Arial" panose="020B0704020202020204" pitchFamily="34" charset="0"/>
              </a:rPr>
              <a:t>Page</a:t>
            </a:r>
            <a:endParaRPr lang="zh-CN" altLang="en-US" sz="990" dirty="0">
              <a:solidFill>
                <a:schemeClr val="bg1"/>
              </a:solidFill>
              <a:ea typeface="Arial" panose="020B0704020202020204" pitchFamily="34" charset="0"/>
            </a:endParaRPr>
          </a:p>
        </p:txBody>
      </p:sp>
      <p:grpSp>
        <p:nvGrpSpPr>
          <p:cNvPr id="14" name="组合 13"/>
          <p:cNvGrpSpPr/>
          <p:nvPr userDrawn="1"/>
        </p:nvGrpSpPr>
        <p:grpSpPr>
          <a:xfrm>
            <a:off x="761913" y="1334676"/>
            <a:ext cx="796695" cy="99002"/>
            <a:chOff x="1457011" y="3812591"/>
            <a:chExt cx="931140" cy="130628"/>
          </a:xfrm>
        </p:grpSpPr>
        <p:sp>
          <p:nvSpPr>
            <p:cNvPr id="10" name="椭圆 9"/>
            <p:cNvSpPr/>
            <p:nvPr userDrawn="1"/>
          </p:nvSpPr>
          <p:spPr>
            <a:xfrm>
              <a:off x="1457011" y="3812591"/>
              <a:ext cx="130628" cy="1306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11" name="椭圆 10"/>
            <p:cNvSpPr/>
            <p:nvPr userDrawn="1"/>
          </p:nvSpPr>
          <p:spPr>
            <a:xfrm>
              <a:off x="1719942" y="3812591"/>
              <a:ext cx="130628" cy="13062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12" name="椭圆 11"/>
            <p:cNvSpPr/>
            <p:nvPr userDrawn="1"/>
          </p:nvSpPr>
          <p:spPr>
            <a:xfrm>
              <a:off x="1986221" y="3812591"/>
              <a:ext cx="130628" cy="130628"/>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13" name="椭圆 12"/>
            <p:cNvSpPr/>
            <p:nvPr userDrawn="1"/>
          </p:nvSpPr>
          <p:spPr>
            <a:xfrm>
              <a:off x="2257523" y="3812591"/>
              <a:ext cx="130628" cy="1306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grpSp>
      <p:sp>
        <p:nvSpPr>
          <p:cNvPr id="8" name="文本占位符 7"/>
          <p:cNvSpPr>
            <a:spLocks noGrp="1"/>
          </p:cNvSpPr>
          <p:nvPr>
            <p:ph type="body" sz="quarter" idx="15" hasCustomPrompt="1"/>
          </p:nvPr>
        </p:nvSpPr>
        <p:spPr>
          <a:xfrm>
            <a:off x="616988" y="906937"/>
            <a:ext cx="4736492" cy="365125"/>
          </a:xfrm>
        </p:spPr>
        <p:txBody>
          <a:bodyPr/>
          <a:lstStyle>
            <a:lvl1pPr marL="0" indent="0">
              <a:buNone/>
              <a:defRPr>
                <a:ea typeface="Arial" panose="020B0704020202020204" pitchFamily="34" charset="0"/>
              </a:defRPr>
            </a:lvl1pPr>
          </a:lstStyle>
          <a:p>
            <a:r>
              <a:rPr lang="en-US" altLang="zh-CN" sz="2000" b="1" dirty="0">
                <a:solidFill>
                  <a:schemeClr val="tx1">
                    <a:lumMod val="75000"/>
                    <a:lumOff val="25000"/>
                  </a:schemeClr>
                </a:solidFill>
                <a:latin typeface="Arial" panose="020B0704020202020204" pitchFamily="34" charset="0"/>
                <a:ea typeface="Microsoft YaHei" panose="020B0503020204020204" charset="-122"/>
              </a:rPr>
              <a:t>Click here to add a subtitle</a:t>
            </a:r>
            <a:endParaRPr lang="zh-CN" altLang="en-US" sz="20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9" name="文本占位符 8"/>
          <p:cNvSpPr>
            <a:spLocks noGrp="1"/>
          </p:cNvSpPr>
          <p:nvPr>
            <p:ph type="body" sz="quarter" idx="13" hasCustomPrompt="1"/>
          </p:nvPr>
        </p:nvSpPr>
        <p:spPr>
          <a:xfrm>
            <a:off x="616989" y="513120"/>
            <a:ext cx="4223144" cy="452158"/>
          </a:xfrm>
          <a:prstGeom prst="rect">
            <a:avLst/>
          </a:prstGeom>
        </p:spPr>
        <p:txBody>
          <a:bodyPr>
            <a:normAutofit/>
          </a:bodyPr>
          <a:lstStyle>
            <a:lvl1pPr marL="0" indent="0">
              <a:buNone/>
              <a:defRPr sz="2880">
                <a:solidFill>
                  <a:schemeClr val="accent5">
                    <a:lumMod val="75000"/>
                  </a:schemeClr>
                </a:solidFill>
                <a:ea typeface="Arial" panose="020B0704020202020204" pitchFamily="34" charset="0"/>
              </a:defRPr>
            </a:lvl1pPr>
          </a:lstStyle>
          <a:p>
            <a:r>
              <a:rPr lang="en-US" altLang="zh-CN" sz="2100" b="1" dirty="0">
                <a:solidFill>
                  <a:schemeClr val="tx1">
                    <a:lumMod val="75000"/>
                    <a:lumOff val="25000"/>
                  </a:schemeClr>
                </a:solidFill>
                <a:latin typeface="Arial" panose="020B0704020202020204" pitchFamily="34" charset="0"/>
                <a:ea typeface="Microsoft YaHei" panose="020B0503020204020204" charset="-122"/>
              </a:rPr>
              <a:t>Contents</a:t>
            </a:r>
            <a:endParaRPr lang="en-US" altLang="zh-CN" sz="21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16" name="文本占位符 17"/>
          <p:cNvSpPr>
            <a:spLocks noGrp="1"/>
          </p:cNvSpPr>
          <p:nvPr>
            <p:ph type="body" sz="quarter" idx="16" hasCustomPrompt="1"/>
          </p:nvPr>
        </p:nvSpPr>
        <p:spPr>
          <a:xfrm>
            <a:off x="761913" y="3554074"/>
            <a:ext cx="2284759" cy="1881718"/>
          </a:xfrm>
          <a:prstGeom prst="rect">
            <a:avLst/>
          </a:prstGeom>
        </p:spPr>
        <p:txBody>
          <a:bodyPr>
            <a:normAutofit/>
          </a:bodyPr>
          <a:lstStyle>
            <a:lvl1pPr marL="0" indent="0">
              <a:lnSpc>
                <a:spcPct val="120000"/>
              </a:lnSpc>
              <a:buNone/>
              <a:defRPr sz="1080" spc="75" baseline="0"/>
            </a:lvl1pPr>
            <a:lvl5pPr>
              <a:defRPr sz="990"/>
            </a:lvl5pPr>
          </a:lstStyle>
          <a:p>
            <a:r>
              <a:rPr lang="en-US" altLang="zh-CN" dirty="0"/>
              <a:t>Click here to add the text, the text is the extraction of your thought</a:t>
            </a:r>
            <a:endParaRPr lang="zh-CN" altLang="en-US" dirty="0"/>
          </a:p>
        </p:txBody>
      </p:sp>
      <p:sp>
        <p:nvSpPr>
          <p:cNvPr id="18" name="文本占位符 17"/>
          <p:cNvSpPr>
            <a:spLocks noGrp="1"/>
          </p:cNvSpPr>
          <p:nvPr>
            <p:ph type="body" sz="quarter" idx="17" hasCustomPrompt="1"/>
          </p:nvPr>
        </p:nvSpPr>
        <p:spPr>
          <a:xfrm>
            <a:off x="3668563" y="3554074"/>
            <a:ext cx="2284759" cy="1881718"/>
          </a:xfrm>
          <a:prstGeom prst="rect">
            <a:avLst/>
          </a:prstGeom>
        </p:spPr>
        <p:txBody>
          <a:bodyPr>
            <a:normAutofit/>
          </a:bodyPr>
          <a:lstStyle>
            <a:lvl1pPr marL="0" indent="0">
              <a:lnSpc>
                <a:spcPct val="120000"/>
              </a:lnSpc>
              <a:buNone/>
              <a:defRPr sz="1080" spc="75" baseline="0"/>
            </a:lvl1pPr>
            <a:lvl5pPr>
              <a:defRPr sz="990"/>
            </a:lvl5pPr>
          </a:lstStyle>
          <a:p>
            <a:r>
              <a:rPr lang="en-US" altLang="zh-CN" dirty="0"/>
              <a:t>Click here to add the text, the text is the extraction of your </a:t>
            </a:r>
            <a:r>
              <a:rPr lang="en-US" altLang="zh-CN" dirty="0" err="1"/>
              <a:t>thoughtrelease</a:t>
            </a:r>
            <a:endParaRPr lang="zh-CN" altLang="en-US" dirty="0"/>
          </a:p>
        </p:txBody>
      </p:sp>
      <p:sp>
        <p:nvSpPr>
          <p:cNvPr id="19" name="文本占位符 17"/>
          <p:cNvSpPr>
            <a:spLocks noGrp="1"/>
          </p:cNvSpPr>
          <p:nvPr>
            <p:ph type="body" sz="quarter" idx="18" hasCustomPrompt="1"/>
          </p:nvPr>
        </p:nvSpPr>
        <p:spPr>
          <a:xfrm>
            <a:off x="6575212" y="3554074"/>
            <a:ext cx="2284759" cy="1881718"/>
          </a:xfrm>
          <a:prstGeom prst="rect">
            <a:avLst/>
          </a:prstGeom>
        </p:spPr>
        <p:txBody>
          <a:bodyPr>
            <a:normAutofit/>
          </a:bodyPr>
          <a:lstStyle>
            <a:lvl1pPr marL="0" indent="0">
              <a:lnSpc>
                <a:spcPct val="120000"/>
              </a:lnSpc>
              <a:buNone/>
              <a:defRPr sz="1080" spc="75" baseline="0"/>
            </a:lvl1pPr>
            <a:lvl5pPr>
              <a:defRPr sz="990"/>
            </a:lvl5pPr>
          </a:lstStyle>
          <a:p>
            <a:r>
              <a:rPr lang="en-US" altLang="zh-CN" dirty="0"/>
              <a:t>Click here to add the text, the text is the extraction of your thought</a:t>
            </a:r>
            <a:endParaRPr lang="zh-CN" altLang="en-US" dirty="0"/>
          </a:p>
        </p:txBody>
      </p:sp>
      <p:sp>
        <p:nvSpPr>
          <p:cNvPr id="20" name="文本占位符 17"/>
          <p:cNvSpPr>
            <a:spLocks noGrp="1"/>
          </p:cNvSpPr>
          <p:nvPr>
            <p:ph type="body" sz="quarter" idx="19" hasCustomPrompt="1"/>
          </p:nvPr>
        </p:nvSpPr>
        <p:spPr>
          <a:xfrm>
            <a:off x="9481861" y="3554074"/>
            <a:ext cx="2284759" cy="1881718"/>
          </a:xfrm>
          <a:prstGeom prst="rect">
            <a:avLst/>
          </a:prstGeom>
        </p:spPr>
        <p:txBody>
          <a:bodyPr>
            <a:normAutofit/>
          </a:bodyPr>
          <a:lstStyle>
            <a:lvl1pPr marL="0" indent="0">
              <a:lnSpc>
                <a:spcPct val="120000"/>
              </a:lnSpc>
              <a:buNone/>
              <a:defRPr sz="1080" spc="75" baseline="0"/>
            </a:lvl1pPr>
            <a:lvl5pPr>
              <a:defRPr sz="990"/>
            </a:lvl5pPr>
          </a:lstStyle>
          <a:p>
            <a:r>
              <a:rPr lang="en-US" altLang="zh-CN" dirty="0"/>
              <a:t>Click here to add the text, the text is the extraction of your thought</a:t>
            </a:r>
            <a:endParaRPr lang="zh-CN" altLang="en-US" dirty="0"/>
          </a:p>
        </p:txBody>
      </p:sp>
      <p:sp>
        <p:nvSpPr>
          <p:cNvPr id="21" name="文本占位符 8"/>
          <p:cNvSpPr>
            <a:spLocks noGrp="1"/>
          </p:cNvSpPr>
          <p:nvPr>
            <p:ph type="body" sz="quarter" idx="21" hasCustomPrompt="1"/>
          </p:nvPr>
        </p:nvSpPr>
        <p:spPr>
          <a:xfrm>
            <a:off x="761913" y="2950435"/>
            <a:ext cx="1849613" cy="442022"/>
          </a:xfrm>
          <a:prstGeom prst="rect">
            <a:avLst/>
          </a:prstGeom>
        </p:spPr>
        <p:txBody>
          <a:bodyPr>
            <a:normAutofit/>
          </a:bodyPr>
          <a:lstStyle>
            <a:lvl1pPr marL="0" indent="0" algn="ctr">
              <a:buNone/>
              <a:defRPr sz="2880">
                <a:solidFill>
                  <a:schemeClr val="bg1"/>
                </a:solidFill>
                <a:ea typeface="Arial" panose="020B0704020202020204" pitchFamily="34" charset="0"/>
              </a:defRPr>
            </a:lvl1pPr>
          </a:lstStyle>
          <a:p>
            <a:r>
              <a:rPr lang="en-US" altLang="zh-CN" sz="2100" b="1" dirty="0">
                <a:solidFill>
                  <a:schemeClr val="tx1">
                    <a:lumMod val="75000"/>
                    <a:lumOff val="25000"/>
                  </a:schemeClr>
                </a:solidFill>
                <a:latin typeface="Arial" panose="020B0704020202020204" pitchFamily="34" charset="0"/>
                <a:ea typeface="Microsoft YaHei" panose="020B0503020204020204" charset="-122"/>
              </a:rPr>
              <a:t>Contents</a:t>
            </a:r>
            <a:endParaRPr lang="en-US" altLang="zh-CN" sz="21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22" name="文本占位符 8"/>
          <p:cNvSpPr>
            <a:spLocks noGrp="1"/>
          </p:cNvSpPr>
          <p:nvPr>
            <p:ph type="body" sz="quarter" idx="22" hasCustomPrompt="1"/>
          </p:nvPr>
        </p:nvSpPr>
        <p:spPr>
          <a:xfrm>
            <a:off x="3684277" y="2950435"/>
            <a:ext cx="1849613" cy="442022"/>
          </a:xfrm>
          <a:prstGeom prst="rect">
            <a:avLst/>
          </a:prstGeom>
        </p:spPr>
        <p:txBody>
          <a:bodyPr>
            <a:normAutofit/>
          </a:bodyPr>
          <a:lstStyle>
            <a:lvl1pPr marL="0" indent="0" algn="ctr">
              <a:buNone/>
              <a:defRPr sz="2880">
                <a:solidFill>
                  <a:schemeClr val="bg1"/>
                </a:solidFill>
                <a:ea typeface="Arial" panose="020B0704020202020204" pitchFamily="34" charset="0"/>
              </a:defRPr>
            </a:lvl1pPr>
          </a:lstStyle>
          <a:p>
            <a:r>
              <a:rPr lang="en-US" altLang="zh-CN" sz="2100" b="1" dirty="0">
                <a:solidFill>
                  <a:schemeClr val="tx1">
                    <a:lumMod val="75000"/>
                    <a:lumOff val="25000"/>
                  </a:schemeClr>
                </a:solidFill>
                <a:latin typeface="Arial" panose="020B0704020202020204" pitchFamily="34" charset="0"/>
                <a:ea typeface="Microsoft YaHei" panose="020B0503020204020204" charset="-122"/>
              </a:rPr>
              <a:t>Contents</a:t>
            </a:r>
            <a:endParaRPr lang="en-US" altLang="zh-CN" sz="21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23" name="文本占位符 8"/>
          <p:cNvSpPr>
            <a:spLocks noGrp="1"/>
          </p:cNvSpPr>
          <p:nvPr>
            <p:ph type="body" sz="quarter" idx="23" hasCustomPrompt="1"/>
          </p:nvPr>
        </p:nvSpPr>
        <p:spPr>
          <a:xfrm>
            <a:off x="6590927" y="2950435"/>
            <a:ext cx="1849613" cy="442022"/>
          </a:xfrm>
          <a:prstGeom prst="rect">
            <a:avLst/>
          </a:prstGeom>
        </p:spPr>
        <p:txBody>
          <a:bodyPr>
            <a:normAutofit/>
          </a:bodyPr>
          <a:lstStyle>
            <a:lvl1pPr marL="0" indent="0" algn="ctr">
              <a:buNone/>
              <a:defRPr sz="2880">
                <a:solidFill>
                  <a:schemeClr val="bg1"/>
                </a:solidFill>
                <a:ea typeface="Arial" panose="020B0704020202020204" pitchFamily="34" charset="0"/>
              </a:defRPr>
            </a:lvl1pPr>
          </a:lstStyle>
          <a:p>
            <a:r>
              <a:rPr lang="en-US" altLang="zh-CN" sz="2100" b="1" dirty="0">
                <a:solidFill>
                  <a:schemeClr val="tx1">
                    <a:lumMod val="75000"/>
                    <a:lumOff val="25000"/>
                  </a:schemeClr>
                </a:solidFill>
                <a:latin typeface="Arial" panose="020B0704020202020204" pitchFamily="34" charset="0"/>
                <a:ea typeface="Microsoft YaHei" panose="020B0503020204020204" charset="-122"/>
              </a:rPr>
              <a:t>Contents</a:t>
            </a:r>
            <a:endParaRPr lang="en-US" altLang="zh-CN" sz="21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24" name="文本占位符 8"/>
          <p:cNvSpPr>
            <a:spLocks noGrp="1"/>
          </p:cNvSpPr>
          <p:nvPr>
            <p:ph type="body" sz="quarter" idx="24" hasCustomPrompt="1"/>
          </p:nvPr>
        </p:nvSpPr>
        <p:spPr>
          <a:xfrm>
            <a:off x="9497576" y="2950435"/>
            <a:ext cx="1849613" cy="442022"/>
          </a:xfrm>
          <a:prstGeom prst="rect">
            <a:avLst/>
          </a:prstGeom>
        </p:spPr>
        <p:txBody>
          <a:bodyPr>
            <a:normAutofit/>
          </a:bodyPr>
          <a:lstStyle>
            <a:lvl1pPr marL="0" indent="0" algn="ctr">
              <a:buNone/>
              <a:defRPr sz="2880">
                <a:solidFill>
                  <a:schemeClr val="bg1"/>
                </a:solidFill>
                <a:ea typeface="Arial" panose="020B0704020202020204" pitchFamily="34" charset="0"/>
              </a:defRPr>
            </a:lvl1pPr>
          </a:lstStyle>
          <a:p>
            <a:r>
              <a:rPr lang="en-US" altLang="zh-CN" sz="2100" b="1" dirty="0">
                <a:solidFill>
                  <a:schemeClr val="tx1">
                    <a:lumMod val="75000"/>
                    <a:lumOff val="25000"/>
                  </a:schemeClr>
                </a:solidFill>
                <a:latin typeface="Arial" panose="020B0704020202020204" pitchFamily="34" charset="0"/>
                <a:ea typeface="Microsoft YaHei" panose="020B0503020204020204" charset="-122"/>
              </a:rPr>
              <a:t>Contents</a:t>
            </a:r>
            <a:endParaRPr lang="en-US" altLang="zh-CN" sz="21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25" name="文本占位符 17"/>
          <p:cNvSpPr>
            <a:spLocks noGrp="1"/>
          </p:cNvSpPr>
          <p:nvPr>
            <p:ph type="body" sz="quarter" idx="20" hasCustomPrompt="1"/>
          </p:nvPr>
        </p:nvSpPr>
        <p:spPr>
          <a:xfrm>
            <a:off x="616988" y="1626090"/>
            <a:ext cx="8741825" cy="598193"/>
          </a:xfrm>
          <a:prstGeom prst="rect">
            <a:avLst/>
          </a:prstGeom>
        </p:spPr>
        <p:txBody>
          <a:bodyPr/>
          <a:lstStyle>
            <a:lvl1pPr marL="0" indent="0" algn="l">
              <a:lnSpc>
                <a:spcPct val="120000"/>
              </a:lnSpc>
              <a:buNone/>
              <a:defRPr sz="1260" spc="75" baseline="0"/>
            </a:lvl1pPr>
            <a:lvl5pPr>
              <a:defRPr sz="990"/>
            </a:lvl5pPr>
          </a:lstStyle>
          <a:p>
            <a:r>
              <a:rPr lang="en-US" altLang="zh-CN" dirty="0"/>
              <a:t>Click here to add the text, the text is the extraction of your thought, in order to finally present the good effect of the release, please try to be concise and concise</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51_自定义版式">
    <p:spTree>
      <p:nvGrpSpPr>
        <p:cNvPr id="1" name=""/>
        <p:cNvGrpSpPr/>
        <p:nvPr/>
      </p:nvGrpSpPr>
      <p:grpSpPr>
        <a:xfrm>
          <a:off x="0" y="0"/>
          <a:ext cx="0" cy="0"/>
          <a:chOff x="0" y="0"/>
          <a:chExt cx="0" cy="0"/>
        </a:xfrm>
      </p:grpSpPr>
      <p:sp>
        <p:nvSpPr>
          <p:cNvPr id="43" name="矩形 42"/>
          <p:cNvSpPr/>
          <p:nvPr userDrawn="1"/>
        </p:nvSpPr>
        <p:spPr>
          <a:xfrm>
            <a:off x="6456789" y="4379671"/>
            <a:ext cx="5017728" cy="17127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ea typeface="Arial" panose="020B0704020202020204" pitchFamily="34" charset="0"/>
            </a:endParaRPr>
          </a:p>
        </p:txBody>
      </p:sp>
      <p:sp>
        <p:nvSpPr>
          <p:cNvPr id="3" name="日期占位符 2"/>
          <p:cNvSpPr>
            <a:spLocks noGrp="1"/>
          </p:cNvSpPr>
          <p:nvPr>
            <p:ph type="dt" sz="half" idx="10"/>
          </p:nvPr>
        </p:nvSpPr>
        <p:spPr/>
        <p:txBody>
          <a:bodyPr/>
          <a:lstStyle/>
          <a:p>
            <a:fld id="{7BAAC391-3E17-4130-83E5-8A37E61F4328}"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b="1" dirty="0">
                <a:solidFill>
                  <a:schemeClr val="accent4"/>
                </a:solidFill>
              </a:rPr>
              <a:t>BusinessPlan</a:t>
            </a:r>
            <a:r>
              <a:rPr lang="en-US" altLang="zh-CN" dirty="0">
                <a:solidFill>
                  <a:schemeClr val="accent1">
                    <a:lumMod val="75000"/>
                  </a:schemeClr>
                </a:solidFill>
              </a:rPr>
              <a:t> </a:t>
            </a:r>
            <a:r>
              <a:rPr lang="en-US" altLang="zh-CN" b="1" dirty="0">
                <a:solidFill>
                  <a:schemeClr val="accent3">
                    <a:lumMod val="75000"/>
                  </a:schemeClr>
                </a:solidFill>
              </a:rPr>
              <a:t>PPT Template</a:t>
            </a:r>
            <a:endParaRPr lang="zh-CN" altLang="en-US" b="1" dirty="0">
              <a:solidFill>
                <a:schemeClr val="accent3">
                  <a:lumMod val="75000"/>
                </a:schemeClr>
              </a:solidFill>
            </a:endParaRPr>
          </a:p>
        </p:txBody>
      </p:sp>
      <p:sp>
        <p:nvSpPr>
          <p:cNvPr id="6" name="矩形 5"/>
          <p:cNvSpPr/>
          <p:nvPr userDrawn="1"/>
        </p:nvSpPr>
        <p:spPr>
          <a:xfrm>
            <a:off x="11163720" y="225810"/>
            <a:ext cx="846064" cy="3538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7" name="灯片编号占位符 5"/>
          <p:cNvSpPr txBox="1"/>
          <p:nvPr userDrawn="1"/>
        </p:nvSpPr>
        <p:spPr>
          <a:xfrm>
            <a:off x="11474517" y="214484"/>
            <a:ext cx="717483" cy="365125"/>
          </a:xfrm>
          <a:prstGeom prst="rect">
            <a:avLst/>
          </a:prstGeom>
        </p:spPr>
        <p:txBody>
          <a:bodyPr vert="horz" lIns="109728" tIns="54864" rIns="109728" bIns="54864" rtlCol="0" anchor="ctr"/>
          <a:lstStyle>
            <a:defPPr>
              <a:defRPr lang="en-US"/>
            </a:defPPr>
            <a:lvl1pPr marL="0" algn="ctr" defTabSz="457200" rtl="0" eaLnBrk="1" latinLnBrk="0" hangingPunct="1">
              <a:defRPr sz="900" b="1" kern="120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65CE74E-AB26-4998-AD42-012C4C1AD076}" type="slidenum">
              <a:rPr lang="zh-CN" altLang="en-US" sz="1080" smtClean="0">
                <a:latin typeface="Arial" panose="020B0704020202020204" pitchFamily="34" charset="0"/>
                <a:ea typeface="Arial" panose="020B0704020202020204" pitchFamily="34" charset="0"/>
              </a:rPr>
            </a:fld>
            <a:endParaRPr lang="zh-CN" altLang="en-US" sz="1080" dirty="0">
              <a:latin typeface="Arial" panose="020B0704020202020204" pitchFamily="34" charset="0"/>
              <a:ea typeface="Arial" panose="020B0704020202020204" pitchFamily="34" charset="0"/>
            </a:endParaRPr>
          </a:p>
        </p:txBody>
      </p:sp>
      <p:sp>
        <p:nvSpPr>
          <p:cNvPr id="8" name="文本框 7"/>
          <p:cNvSpPr txBox="1"/>
          <p:nvPr userDrawn="1"/>
        </p:nvSpPr>
        <p:spPr>
          <a:xfrm>
            <a:off x="11163720" y="249970"/>
            <a:ext cx="602900" cy="243205"/>
          </a:xfrm>
          <a:prstGeom prst="rect">
            <a:avLst/>
          </a:prstGeom>
          <a:noFill/>
        </p:spPr>
        <p:txBody>
          <a:bodyPr wrap="square" rtlCol="0">
            <a:spAutoFit/>
          </a:bodyPr>
          <a:lstStyle/>
          <a:p>
            <a:r>
              <a:rPr lang="en-US" altLang="zh-CN" sz="990" dirty="0">
                <a:solidFill>
                  <a:schemeClr val="bg1"/>
                </a:solidFill>
                <a:ea typeface="Arial" panose="020B0704020202020204" pitchFamily="34" charset="0"/>
              </a:rPr>
              <a:t>Page</a:t>
            </a:r>
            <a:endParaRPr lang="zh-CN" altLang="en-US" sz="990" dirty="0">
              <a:solidFill>
                <a:schemeClr val="bg1"/>
              </a:solidFill>
              <a:ea typeface="Arial" panose="020B0704020202020204" pitchFamily="34" charset="0"/>
            </a:endParaRPr>
          </a:p>
        </p:txBody>
      </p:sp>
      <p:sp>
        <p:nvSpPr>
          <p:cNvPr id="9" name="文本占位符 8"/>
          <p:cNvSpPr>
            <a:spLocks noGrp="1"/>
          </p:cNvSpPr>
          <p:nvPr>
            <p:ph type="body" sz="quarter" idx="13" hasCustomPrompt="1"/>
          </p:nvPr>
        </p:nvSpPr>
        <p:spPr>
          <a:xfrm>
            <a:off x="6555231" y="1699903"/>
            <a:ext cx="3196337" cy="365125"/>
          </a:xfrm>
          <a:prstGeom prst="rect">
            <a:avLst/>
          </a:prstGeom>
        </p:spPr>
        <p:txBody>
          <a:bodyPr/>
          <a:lstStyle>
            <a:lvl1pPr marL="0" indent="0" algn="l">
              <a:buNone/>
              <a:defRPr sz="5850">
                <a:solidFill>
                  <a:schemeClr val="tx1">
                    <a:lumMod val="75000"/>
                    <a:lumOff val="25000"/>
                  </a:schemeClr>
                </a:solidFill>
                <a:effectLst/>
                <a:ea typeface="Arial" panose="020B0704020202020204" pitchFamily="34" charset="0"/>
              </a:defRPr>
            </a:lvl1pPr>
          </a:lstStyle>
          <a:p>
            <a:r>
              <a:rPr lang="en-US" altLang="zh-CN" sz="2100" b="1" dirty="0">
                <a:solidFill>
                  <a:schemeClr val="tx1">
                    <a:lumMod val="75000"/>
                    <a:lumOff val="25000"/>
                  </a:schemeClr>
                </a:solidFill>
                <a:latin typeface="Arial" panose="020B0704020202020204" pitchFamily="34" charset="0"/>
                <a:ea typeface="Microsoft YaHei" panose="020B0503020204020204" charset="-122"/>
              </a:rPr>
              <a:t>Annual Report</a:t>
            </a:r>
            <a:endParaRPr lang="en-US" altLang="zh-CN" sz="2100" b="1" dirty="0">
              <a:solidFill>
                <a:schemeClr val="tx1">
                  <a:lumMod val="75000"/>
                  <a:lumOff val="25000"/>
                </a:schemeClr>
              </a:solidFill>
              <a:latin typeface="Arial" panose="020B0704020202020204" pitchFamily="34" charset="0"/>
              <a:ea typeface="Microsoft YaHei" panose="020B0503020204020204" charset="-122"/>
            </a:endParaRPr>
          </a:p>
        </p:txBody>
      </p:sp>
      <p:grpSp>
        <p:nvGrpSpPr>
          <p:cNvPr id="10" name="组合 9"/>
          <p:cNvGrpSpPr/>
          <p:nvPr userDrawn="1"/>
        </p:nvGrpSpPr>
        <p:grpSpPr>
          <a:xfrm>
            <a:off x="6710621" y="2640218"/>
            <a:ext cx="796695" cy="99002"/>
            <a:chOff x="1457011" y="3812591"/>
            <a:chExt cx="931140" cy="130628"/>
          </a:xfrm>
        </p:grpSpPr>
        <p:sp>
          <p:nvSpPr>
            <p:cNvPr id="11" name="椭圆 10"/>
            <p:cNvSpPr/>
            <p:nvPr userDrawn="1"/>
          </p:nvSpPr>
          <p:spPr>
            <a:xfrm>
              <a:off x="1457011" y="3812591"/>
              <a:ext cx="130628" cy="1306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12" name="椭圆 11"/>
            <p:cNvSpPr/>
            <p:nvPr userDrawn="1"/>
          </p:nvSpPr>
          <p:spPr>
            <a:xfrm>
              <a:off x="1719942" y="3812591"/>
              <a:ext cx="130628" cy="13062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13" name="椭圆 12"/>
            <p:cNvSpPr/>
            <p:nvPr userDrawn="1"/>
          </p:nvSpPr>
          <p:spPr>
            <a:xfrm>
              <a:off x="1986221" y="3812591"/>
              <a:ext cx="130628" cy="130628"/>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sp>
          <p:nvSpPr>
            <p:cNvPr id="14" name="椭圆 13"/>
            <p:cNvSpPr/>
            <p:nvPr userDrawn="1"/>
          </p:nvSpPr>
          <p:spPr>
            <a:xfrm>
              <a:off x="2257523" y="3812591"/>
              <a:ext cx="130628" cy="1306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ea typeface="Arial" panose="020B0704020202020204" pitchFamily="34" charset="0"/>
              </a:endParaRPr>
            </a:p>
          </p:txBody>
        </p:sp>
      </p:grpSp>
      <p:sp>
        <p:nvSpPr>
          <p:cNvPr id="15" name="文本占位符 7"/>
          <p:cNvSpPr>
            <a:spLocks noGrp="1"/>
          </p:cNvSpPr>
          <p:nvPr>
            <p:ph type="body" sz="quarter" idx="15" hasCustomPrompt="1"/>
          </p:nvPr>
        </p:nvSpPr>
        <p:spPr>
          <a:xfrm>
            <a:off x="6555231" y="2100904"/>
            <a:ext cx="4736492" cy="365125"/>
          </a:xfrm>
        </p:spPr>
        <p:txBody>
          <a:bodyPr/>
          <a:lstStyle>
            <a:lvl1pPr marL="0" indent="0">
              <a:buNone/>
              <a:defRPr>
                <a:solidFill>
                  <a:schemeClr val="accent4">
                    <a:lumMod val="60000"/>
                    <a:lumOff val="40000"/>
                  </a:schemeClr>
                </a:solidFill>
                <a:ea typeface="Arial" panose="020B0704020202020204" pitchFamily="34" charset="0"/>
              </a:defRPr>
            </a:lvl1pPr>
          </a:lstStyle>
          <a:p>
            <a:r>
              <a:rPr lang="en-US" altLang="zh-CN" sz="2000" b="1" dirty="0">
                <a:solidFill>
                  <a:schemeClr val="tx1">
                    <a:lumMod val="75000"/>
                    <a:lumOff val="25000"/>
                  </a:schemeClr>
                </a:solidFill>
                <a:latin typeface="Arial" panose="020B0704020202020204" pitchFamily="34" charset="0"/>
                <a:ea typeface="Microsoft YaHei" panose="020B0503020204020204" charset="-122"/>
              </a:rPr>
              <a:t>Click here to add a subtitle</a:t>
            </a:r>
            <a:endParaRPr lang="zh-CN" altLang="en-US" sz="2000" b="1" dirty="0">
              <a:solidFill>
                <a:schemeClr val="tx1">
                  <a:lumMod val="75000"/>
                  <a:lumOff val="25000"/>
                </a:schemeClr>
              </a:solidFill>
              <a:latin typeface="Arial" panose="020B0704020202020204" pitchFamily="34" charset="0"/>
              <a:ea typeface="Microsoft YaHei" panose="020B0503020204020204" charset="-122"/>
            </a:endParaRPr>
          </a:p>
        </p:txBody>
      </p:sp>
      <p:sp>
        <p:nvSpPr>
          <p:cNvPr id="26" name="文本占位符 17"/>
          <p:cNvSpPr>
            <a:spLocks noGrp="1"/>
          </p:cNvSpPr>
          <p:nvPr>
            <p:ph type="body" sz="quarter" idx="46" hasCustomPrompt="1"/>
          </p:nvPr>
        </p:nvSpPr>
        <p:spPr>
          <a:xfrm>
            <a:off x="6555231" y="2958367"/>
            <a:ext cx="4013408" cy="627955"/>
          </a:xfrm>
          <a:prstGeom prst="rect">
            <a:avLst/>
          </a:prstGeom>
        </p:spPr>
        <p:txBody>
          <a:bodyPr>
            <a:normAutofit/>
          </a:bodyPr>
          <a:lstStyle>
            <a:lvl1pPr marL="0" indent="0" algn="l">
              <a:lnSpc>
                <a:spcPct val="120000"/>
              </a:lnSpc>
              <a:buNone/>
              <a:defRPr sz="960" spc="75" baseline="0">
                <a:solidFill>
                  <a:schemeClr val="bg1">
                    <a:lumMod val="65000"/>
                  </a:schemeClr>
                </a:solidFill>
              </a:defRPr>
            </a:lvl1pPr>
            <a:lvl5pPr>
              <a:defRPr sz="990"/>
            </a:lvl5pPr>
          </a:lstStyle>
          <a:p>
            <a:r>
              <a:rPr lang="en-US" altLang="zh-CN" dirty="0"/>
              <a:t>Click here to add the text, the text is the extraction of your thought</a:t>
            </a:r>
            <a:endParaRPr lang="zh-CN" altLang="en-US" dirty="0"/>
          </a:p>
        </p:txBody>
      </p:sp>
      <p:sp>
        <p:nvSpPr>
          <p:cNvPr id="41" name="文本占位符 17"/>
          <p:cNvSpPr>
            <a:spLocks noGrp="1"/>
          </p:cNvSpPr>
          <p:nvPr>
            <p:ph type="body" sz="quarter" idx="50" hasCustomPrompt="1"/>
          </p:nvPr>
        </p:nvSpPr>
        <p:spPr>
          <a:xfrm>
            <a:off x="6555231" y="5236057"/>
            <a:ext cx="4013408" cy="627955"/>
          </a:xfrm>
          <a:prstGeom prst="rect">
            <a:avLst/>
          </a:prstGeom>
        </p:spPr>
        <p:txBody>
          <a:bodyPr>
            <a:normAutofit/>
          </a:bodyPr>
          <a:lstStyle>
            <a:lvl1pPr marL="0" indent="0" algn="l">
              <a:lnSpc>
                <a:spcPct val="120000"/>
              </a:lnSpc>
              <a:buNone/>
              <a:defRPr sz="960" spc="75" baseline="0">
                <a:solidFill>
                  <a:schemeClr val="bg1"/>
                </a:solidFill>
              </a:defRPr>
            </a:lvl1pPr>
            <a:lvl5pPr>
              <a:defRPr sz="990"/>
            </a:lvl5pPr>
          </a:lstStyle>
          <a:p>
            <a:r>
              <a:rPr lang="en-US" altLang="zh-CN" dirty="0"/>
              <a:t>Click here to add the text, the text is the extraction of your thought</a:t>
            </a:r>
            <a:endParaRPr lang="zh-CN" altLang="en-US" dirty="0"/>
          </a:p>
        </p:txBody>
      </p:sp>
      <p:sp>
        <p:nvSpPr>
          <p:cNvPr id="42" name="文本占位符 17"/>
          <p:cNvSpPr>
            <a:spLocks noGrp="1"/>
          </p:cNvSpPr>
          <p:nvPr>
            <p:ph type="body" sz="quarter" idx="47" hasCustomPrompt="1"/>
          </p:nvPr>
        </p:nvSpPr>
        <p:spPr>
          <a:xfrm>
            <a:off x="6555231" y="4827341"/>
            <a:ext cx="2013961" cy="408716"/>
          </a:xfrm>
          <a:prstGeom prst="rect">
            <a:avLst/>
          </a:prstGeom>
        </p:spPr>
        <p:txBody>
          <a:bodyPr>
            <a:normAutofit/>
          </a:bodyPr>
          <a:lstStyle>
            <a:lvl1pPr marL="0" indent="0" algn="l">
              <a:lnSpc>
                <a:spcPct val="120000"/>
              </a:lnSpc>
              <a:buNone/>
              <a:defRPr sz="1440" b="1" spc="75" baseline="0">
                <a:solidFill>
                  <a:schemeClr val="bg1"/>
                </a:solidFill>
              </a:defRPr>
            </a:lvl1pPr>
            <a:lvl5pPr>
              <a:defRPr sz="990"/>
            </a:lvl5pPr>
          </a:lstStyle>
          <a:p>
            <a:r>
              <a:rPr lang="en-US" altLang="zh-CN" dirty="0"/>
              <a:t>Add The Text</a:t>
            </a:r>
            <a:endParaRPr lang="zh-CN" altLang="en-US" dirty="0"/>
          </a:p>
        </p:txBody>
      </p:sp>
      <p:sp>
        <p:nvSpPr>
          <p:cNvPr id="44" name="图片占位符 12"/>
          <p:cNvSpPr>
            <a:spLocks noGrp="1"/>
          </p:cNvSpPr>
          <p:nvPr>
            <p:ph type="pic" sz="quarter" idx="23"/>
          </p:nvPr>
        </p:nvSpPr>
        <p:spPr>
          <a:xfrm>
            <a:off x="549480" y="513119"/>
            <a:ext cx="5546519" cy="5683286"/>
          </a:xfrm>
          <a:solidFill>
            <a:schemeClr val="tx1">
              <a:lumMod val="50000"/>
              <a:lumOff val="50000"/>
            </a:schemeClr>
          </a:solidFill>
        </p:spPr>
        <p:txBody>
          <a:bodyPr/>
          <a:lstStyle/>
          <a:p>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tags" Target="../tags/tag230.xml"/><Relationship Id="rId26" Type="http://schemas.openxmlformats.org/officeDocument/2006/relationships/tags" Target="../tags/tag229.xml"/><Relationship Id="rId25" Type="http://schemas.openxmlformats.org/officeDocument/2006/relationships/tags" Target="../tags/tag228.xml"/><Relationship Id="rId24" Type="http://schemas.openxmlformats.org/officeDocument/2006/relationships/tags" Target="../tags/tag227.xml"/><Relationship Id="rId23" Type="http://schemas.openxmlformats.org/officeDocument/2006/relationships/tags" Target="../tags/tag226.xml"/><Relationship Id="rId22" Type="http://schemas.openxmlformats.org/officeDocument/2006/relationships/tags" Target="../tags/tag225.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2"/>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3"/>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ea typeface="Arial" panose="020B07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ea typeface="Arial" panose="020B0704020202020204" pitchFamily="34" charset="0"/>
              </a:defRPr>
            </a:lvl1pPr>
          </a:lstStyle>
          <a:p>
            <a:endParaRPr lang="zh-CN" altLang="en-US" dirty="0"/>
          </a:p>
        </p:txBody>
      </p:sp>
      <p:sp>
        <p:nvSpPr>
          <p:cNvPr id="6" name="灯片编号占位符 5"/>
          <p:cNvSpPr>
            <a:spLocks noGrp="1"/>
          </p:cNvSpPr>
          <p:nvPr>
            <p:ph type="sldNum" sz="quarter" idx="4"/>
            <p:custDataLst>
              <p:tags r:id="rId2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ea typeface="Arial" panose="020B0704020202020204" pitchFamily="34" charset="0"/>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7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704020202020204" pitchFamily="34" charset="0"/>
          <a:ea typeface="Arial" panose="020B0704020202020204" pitchFamily="34" charset="0"/>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600" u="none" strike="noStrike" kern="1200" cap="none" spc="150" normalizeH="0" baseline="0">
          <a:solidFill>
            <a:schemeClr val="tx1">
              <a:lumMod val="85000"/>
              <a:lumOff val="15000"/>
            </a:schemeClr>
          </a:solidFill>
          <a:uFillTx/>
          <a:latin typeface="Arial" panose="020B0704020202020204" pitchFamily="34" charset="0"/>
          <a:ea typeface="Arial" panose="020B0704020202020204" pitchFamily="34" charset="0"/>
          <a:cs typeface="+mn-cs"/>
        </a:defRPr>
      </a:lvl1pPr>
      <a:lvl2pPr marL="685800" indent="-228600" algn="l" defTabSz="914400" rtl="0" eaLnBrk="1" fontAlgn="auto" latinLnBrk="0" hangingPunct="1">
        <a:lnSpc>
          <a:spcPct val="130000"/>
        </a:lnSpc>
        <a:spcBef>
          <a:spcPts val="0"/>
        </a:spcBef>
        <a:spcAft>
          <a:spcPts val="1000"/>
        </a:spcAft>
        <a:buFont typeface="Arial" panose="020B07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704020202020204" pitchFamily="34" charset="0"/>
          <a:ea typeface="Arial" panose="020B0704020202020204" pitchFamily="34" charset="0"/>
          <a:cs typeface="+mn-cs"/>
        </a:defRPr>
      </a:lvl2pPr>
      <a:lvl3pPr marL="1143000" indent="-228600" algn="l" defTabSz="914400" rtl="0" eaLnBrk="1" fontAlgn="auto" latinLnBrk="0" hangingPunct="1">
        <a:lnSpc>
          <a:spcPct val="130000"/>
        </a:lnSpc>
        <a:spcBef>
          <a:spcPts val="0"/>
        </a:spcBef>
        <a:spcAft>
          <a:spcPts val="1000"/>
        </a:spcAft>
        <a:buFont typeface="Arial" panose="020B0704020202020204" pitchFamily="34" charset="0"/>
        <a:buChar char="•"/>
        <a:defRPr sz="1600" u="none" strike="noStrike" kern="1200" cap="none" spc="150" normalizeH="0" baseline="0">
          <a:solidFill>
            <a:schemeClr val="tx1">
              <a:lumMod val="85000"/>
              <a:lumOff val="15000"/>
            </a:schemeClr>
          </a:solidFill>
          <a:uFillTx/>
          <a:latin typeface="Arial" panose="020B0704020202020204" pitchFamily="34" charset="0"/>
          <a:ea typeface="Arial" panose="020B0704020202020204" pitchFamily="34" charset="0"/>
          <a:cs typeface="+mn-cs"/>
        </a:defRPr>
      </a:lvl3pPr>
      <a:lvl4pPr marL="1600200" indent="-228600" algn="l" defTabSz="914400" rtl="0" eaLnBrk="1" fontAlgn="auto" latinLnBrk="0" hangingPunct="1">
        <a:lnSpc>
          <a:spcPct val="130000"/>
        </a:lnSpc>
        <a:spcBef>
          <a:spcPts val="0"/>
        </a:spcBef>
        <a:spcAft>
          <a:spcPts val="1000"/>
        </a:spcAft>
        <a:buFont typeface="Arial" panose="020B0704020202020204" pitchFamily="34" charset="0"/>
        <a:buChar char="•"/>
        <a:defRPr sz="1600" u="none" strike="noStrike" kern="1200" cap="none" spc="150" normalizeH="0" baseline="0">
          <a:solidFill>
            <a:schemeClr val="tx1">
              <a:lumMod val="85000"/>
              <a:lumOff val="15000"/>
            </a:schemeClr>
          </a:solidFill>
          <a:uFillTx/>
          <a:latin typeface="Arial" panose="020B0704020202020204" pitchFamily="34" charset="0"/>
          <a:ea typeface="Arial" panose="020B0704020202020204" pitchFamily="34" charset="0"/>
          <a:cs typeface="+mn-cs"/>
        </a:defRPr>
      </a:lvl4pPr>
      <a:lvl5pPr marL="2057400" indent="-228600" algn="l" defTabSz="914400" rtl="0" eaLnBrk="1" fontAlgn="auto" latinLnBrk="0" hangingPunct="1">
        <a:lnSpc>
          <a:spcPct val="130000"/>
        </a:lnSpc>
        <a:spcBef>
          <a:spcPts val="0"/>
        </a:spcBef>
        <a:spcAft>
          <a:spcPts val="1000"/>
        </a:spcAft>
        <a:buFont typeface="Arial" panose="020B0704020202020204" pitchFamily="34" charset="0"/>
        <a:buChar char="•"/>
        <a:defRPr sz="1600" u="none" strike="noStrike" kern="1200" cap="none" spc="150" normalizeH="0" baseline="0">
          <a:solidFill>
            <a:schemeClr val="tx1">
              <a:lumMod val="85000"/>
              <a:lumOff val="15000"/>
            </a:schemeClr>
          </a:solidFill>
          <a:uFillTx/>
          <a:latin typeface="Arial" panose="020B0704020202020204" pitchFamily="34" charset="0"/>
          <a:ea typeface="Arial" panose="020B0704020202020204" pitchFamily="34" charset="0"/>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33.xml"/><Relationship Id="rId3" Type="http://schemas.openxmlformats.org/officeDocument/2006/relationships/image" Target="../media/image1.jpeg"/><Relationship Id="rId2" Type="http://schemas.openxmlformats.org/officeDocument/2006/relationships/tags" Target="../tags/tag232.xml"/><Relationship Id="rId1" Type="http://schemas.openxmlformats.org/officeDocument/2006/relationships/tags" Target="../tags/tag2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288925" y="546735"/>
            <a:ext cx="4848860" cy="1105535"/>
          </a:xfrm>
        </p:spPr>
        <p:txBody>
          <a:bodyPr>
            <a:normAutofit fontScale="90000"/>
          </a:bodyPr>
          <a:lstStyle/>
          <a:p>
            <a:pPr algn="ctr"/>
            <a:r>
              <a:rPr lang="ru-RU" altLang="en-US" sz="3110" b="0" dirty="0">
                <a:solidFill>
                  <a:schemeClr val="tx1">
                    <a:lumMod val="75000"/>
                    <a:lumOff val="25000"/>
                  </a:schemeClr>
                </a:solidFill>
                <a:latin typeface="+mn-lt"/>
                <a:cs typeface="+mn-lt"/>
                <a:sym typeface="+mn-ea"/>
              </a:rPr>
              <a:t>Дататон</a:t>
            </a:r>
            <a:br>
              <a:rPr lang="ru-RU" altLang="en-US" sz="2220" b="0" dirty="0">
                <a:solidFill>
                  <a:schemeClr val="tx1">
                    <a:lumMod val="75000"/>
                    <a:lumOff val="25000"/>
                  </a:schemeClr>
                </a:solidFill>
                <a:latin typeface="+mn-lt"/>
                <a:cs typeface="+mn-lt"/>
                <a:sym typeface="+mn-ea"/>
              </a:rPr>
            </a:br>
            <a:r>
              <a:rPr lang="ru-RU" altLang="en-US" sz="2220" b="0" dirty="0">
                <a:solidFill>
                  <a:schemeClr val="tx1">
                    <a:lumMod val="75000"/>
                    <a:lumOff val="25000"/>
                  </a:schemeClr>
                </a:solidFill>
                <a:latin typeface="+mn-lt"/>
                <a:cs typeface="+mn-lt"/>
                <a:sym typeface="+mn-ea"/>
              </a:rPr>
              <a:t>Сегментация абонентов сотового оператора</a:t>
            </a:r>
            <a:endParaRPr lang="ru-RU" altLang="en-US" sz="2220" b="0" dirty="0">
              <a:solidFill>
                <a:schemeClr val="tx1">
                  <a:lumMod val="75000"/>
                  <a:lumOff val="25000"/>
                </a:schemeClr>
              </a:solidFill>
              <a:latin typeface="+mn-lt"/>
              <a:cs typeface="+mn-lt"/>
              <a:sym typeface="+mn-ea"/>
            </a:endParaRPr>
          </a:p>
        </p:txBody>
      </p:sp>
      <p:sp>
        <p:nvSpPr>
          <p:cNvPr id="5" name="文本占位符 4"/>
          <p:cNvSpPr>
            <a:spLocks noGrp="1"/>
          </p:cNvSpPr>
          <p:nvPr>
            <p:ph type="body" sz="quarter" idx="13"/>
            <p:custDataLst>
              <p:tags r:id="rId2"/>
            </p:custDataLst>
          </p:nvPr>
        </p:nvSpPr>
        <p:spPr>
          <a:xfrm>
            <a:off x="586740" y="1764030"/>
            <a:ext cx="3956685" cy="4575810"/>
          </a:xfrm>
        </p:spPr>
        <p:txBody>
          <a:bodyPr>
            <a:normAutofit/>
          </a:bodyPr>
          <a:lstStyle/>
          <a:p>
            <a:pPr>
              <a:lnSpc>
                <a:spcPct val="140000"/>
              </a:lnSpc>
            </a:pPr>
            <a:r>
              <a:rPr lang="ru-RU" altLang="zh-CN" sz="1200"/>
              <a:t>Состав группы</a:t>
            </a:r>
            <a:r>
              <a:rPr lang="en-US" altLang="ru-RU" sz="1200"/>
              <a:t>:</a:t>
            </a:r>
            <a:endParaRPr lang="en-US" altLang="ru-RU" sz="1200"/>
          </a:p>
          <a:p>
            <a:pPr marL="285750" indent="-285750">
              <a:lnSpc>
                <a:spcPct val="140000"/>
              </a:lnSpc>
              <a:buFont typeface="Arial" panose="020B0704020202020204" pitchFamily="34" charset="0"/>
              <a:buChar char="•"/>
            </a:pPr>
            <a:r>
              <a:rPr lang="ru-RU" altLang="en-US" sz="1200"/>
              <a:t>Джорджио Ди Сарра</a:t>
            </a:r>
            <a:endParaRPr lang="ru-RU" altLang="en-US" sz="1200"/>
          </a:p>
          <a:p>
            <a:pPr marL="285750" indent="-285750">
              <a:lnSpc>
                <a:spcPct val="140000"/>
              </a:lnSpc>
              <a:buFont typeface="Arial" panose="020B0704020202020204" pitchFamily="34" charset="0"/>
              <a:buChar char="•"/>
            </a:pPr>
            <a:r>
              <a:rPr lang="ru-RU" altLang="en-US" sz="1200"/>
              <a:t>Ануфриев Александр</a:t>
            </a:r>
            <a:endParaRPr lang="ru-RU" altLang="en-US" sz="1200"/>
          </a:p>
          <a:p>
            <a:pPr marL="285750" indent="-285750">
              <a:lnSpc>
                <a:spcPct val="140000"/>
              </a:lnSpc>
              <a:buFont typeface="Arial" panose="020B0704020202020204" pitchFamily="34" charset="0"/>
              <a:buChar char="•"/>
            </a:pPr>
            <a:r>
              <a:rPr lang="ru-RU" altLang="en-US" sz="1200"/>
              <a:t>Поликарпов Артем</a:t>
            </a:r>
            <a:endParaRPr lang="ru-RU" altLang="en-US" sz="1200"/>
          </a:p>
          <a:p>
            <a:pPr marL="285750" indent="-285750">
              <a:lnSpc>
                <a:spcPct val="140000"/>
              </a:lnSpc>
              <a:buFont typeface="Arial" panose="020B0704020202020204" pitchFamily="34" charset="0"/>
              <a:buChar char="•"/>
            </a:pPr>
            <a:r>
              <a:rPr lang="ru-RU" altLang="en-US" sz="1200"/>
              <a:t>Закриев Джамиль</a:t>
            </a:r>
            <a:endParaRPr lang="ru-RU" altLang="en-US" sz="1200"/>
          </a:p>
          <a:p>
            <a:pPr marL="285750" indent="-285750">
              <a:lnSpc>
                <a:spcPct val="140000"/>
              </a:lnSpc>
              <a:buFont typeface="Arial" panose="020B0704020202020204" pitchFamily="34" charset="0"/>
              <a:buChar char="•"/>
            </a:pPr>
            <a:r>
              <a:rPr lang="ru-RU" altLang="en-US" sz="1200"/>
              <a:t>Серазутдинов Тимур</a:t>
            </a:r>
            <a:endParaRPr lang="ru-RU" altLang="en-US" sz="1200"/>
          </a:p>
        </p:txBody>
      </p:sp>
      <p:sp>
        <p:nvSpPr>
          <p:cNvPr id="3" name="Text Box 2"/>
          <p:cNvSpPr txBox="1"/>
          <p:nvPr/>
        </p:nvSpPr>
        <p:spPr>
          <a:xfrm>
            <a:off x="4674235" y="3855720"/>
            <a:ext cx="4064000" cy="368300"/>
          </a:xfrm>
          <a:prstGeom prst="rect">
            <a:avLst/>
          </a:prstGeom>
          <a:noFill/>
        </p:spPr>
        <p:txBody>
          <a:bodyPr wrap="square" rtlCol="0">
            <a:spAutoFit/>
          </a:bodyPr>
          <a:p>
            <a:endParaRPr lang="en-US"/>
          </a:p>
        </p:txBody>
      </p:sp>
      <p:pic>
        <p:nvPicPr>
          <p:cNvPr id="10" name="Picture 9"/>
          <p:cNvPicPr/>
          <p:nvPr/>
        </p:nvPicPr>
        <p:blipFill>
          <a:blip r:embed="rId3"/>
          <a:stretch>
            <a:fillRect/>
          </a:stretch>
        </p:blipFill>
        <p:spPr>
          <a:xfrm>
            <a:off x="5447030" y="1141730"/>
            <a:ext cx="5951220" cy="4239895"/>
          </a:xfrm>
          <a:prstGeom prst="rect">
            <a:avLst/>
          </a:prstGeom>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616453" y="3083735"/>
            <a:ext cx="2258551" cy="2868598"/>
          </a:xfrm>
          <a:prstGeom prst="rect">
            <a:avLst/>
          </a:prstGeom>
          <a:solidFill>
            <a:schemeClr val="bg1">
              <a:lumMod val="95000"/>
            </a:schemeClr>
          </a:solidFill>
          <a:ln>
            <a:noFill/>
          </a:ln>
          <a:effectLst>
            <a:outerShdw blurRad="635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algn="ctr"/>
            <a:endParaRPr lang="zh-CN" altLang="en-US" sz="1265">
              <a:ea typeface="Arial" panose="020B0704020202020204" pitchFamily="34" charset="0"/>
            </a:endParaRPr>
          </a:p>
        </p:txBody>
      </p:sp>
      <p:sp>
        <p:nvSpPr>
          <p:cNvPr id="13" name="矩形 12"/>
          <p:cNvSpPr/>
          <p:nvPr/>
        </p:nvSpPr>
        <p:spPr>
          <a:xfrm>
            <a:off x="2072304" y="3083735"/>
            <a:ext cx="2258551" cy="2868598"/>
          </a:xfrm>
          <a:prstGeom prst="rect">
            <a:avLst/>
          </a:prstGeom>
          <a:solidFill>
            <a:schemeClr val="accent4"/>
          </a:solidFill>
          <a:ln>
            <a:noFill/>
          </a:ln>
          <a:effectLst>
            <a:outerShdw blurRad="635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algn="ctr"/>
            <a:endParaRPr lang="zh-CN" altLang="en-US" sz="1265">
              <a:ea typeface="Arial" panose="020B0704020202020204" pitchFamily="34" charset="0"/>
            </a:endParaRPr>
          </a:p>
        </p:txBody>
      </p:sp>
      <p:sp>
        <p:nvSpPr>
          <p:cNvPr id="15" name="矩形 14"/>
          <p:cNvSpPr/>
          <p:nvPr/>
        </p:nvSpPr>
        <p:spPr>
          <a:xfrm>
            <a:off x="7160602" y="3083735"/>
            <a:ext cx="2258551" cy="2868598"/>
          </a:xfrm>
          <a:prstGeom prst="rect">
            <a:avLst/>
          </a:prstGeom>
          <a:solidFill>
            <a:schemeClr val="bg1">
              <a:lumMod val="95000"/>
            </a:schemeClr>
          </a:solidFill>
          <a:ln>
            <a:noFill/>
          </a:ln>
          <a:effectLst>
            <a:outerShdw blurRad="635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algn="ctr"/>
            <a:endParaRPr lang="zh-CN" altLang="en-US" sz="1265">
              <a:ea typeface="Arial" panose="020B0704020202020204" pitchFamily="34" charset="0"/>
            </a:endParaRPr>
          </a:p>
        </p:txBody>
      </p:sp>
      <p:sp>
        <p:nvSpPr>
          <p:cNvPr id="17" name="文本占位符 16"/>
          <p:cNvSpPr>
            <a:spLocks noGrp="1"/>
          </p:cNvSpPr>
          <p:nvPr>
            <p:ph type="body" sz="quarter" idx="13"/>
          </p:nvPr>
        </p:nvSpPr>
        <p:spPr>
          <a:xfrm>
            <a:off x="725868" y="580035"/>
            <a:ext cx="3800830" cy="635268"/>
          </a:xfrm>
        </p:spPr>
        <p:txBody>
          <a:bodyPr>
            <a:normAutofit fontScale="80000"/>
          </a:bodyPr>
          <a:lstStyle/>
          <a:p>
            <a:r>
              <a:rPr lang="ru-RU" altLang="en-US" sz="3200" b="1" dirty="0">
                <a:solidFill>
                  <a:schemeClr val="tx1">
                    <a:lumMod val="75000"/>
                    <a:lumOff val="25000"/>
                  </a:schemeClr>
                </a:solidFill>
              </a:rPr>
              <a:t>Постановка задачи</a:t>
            </a:r>
            <a:endParaRPr lang="ru-RU" altLang="en-US" sz="3200" b="1" dirty="0">
              <a:solidFill>
                <a:schemeClr val="tx1">
                  <a:lumMod val="75000"/>
                  <a:lumOff val="25000"/>
                </a:schemeClr>
              </a:solidFill>
            </a:endParaRPr>
          </a:p>
        </p:txBody>
      </p:sp>
      <p:sp>
        <p:nvSpPr>
          <p:cNvPr id="19" name="文本占位符 18"/>
          <p:cNvSpPr>
            <a:spLocks noGrp="1"/>
          </p:cNvSpPr>
          <p:nvPr>
            <p:ph type="body" sz="quarter" idx="16"/>
          </p:nvPr>
        </p:nvSpPr>
        <p:spPr>
          <a:xfrm>
            <a:off x="2202737" y="4303781"/>
            <a:ext cx="2056283" cy="1121154"/>
          </a:xfrm>
        </p:spPr>
        <p:txBody>
          <a:bodyPr>
            <a:normAutofit/>
          </a:bodyPr>
          <a:lstStyle/>
          <a:p>
            <a:pPr algn="ctr"/>
            <a:r>
              <a:rPr lang="ru-RU" altLang="en-US" sz="1200" dirty="0">
                <a:solidFill>
                  <a:schemeClr val="bg1"/>
                </a:solidFill>
              </a:rPr>
              <a:t>Подготовка данных</a:t>
            </a:r>
            <a:r>
              <a:rPr lang="en-US" altLang="ru-RU" sz="1200" dirty="0">
                <a:solidFill>
                  <a:schemeClr val="bg1"/>
                </a:solidFill>
              </a:rPr>
              <a:t>:</a:t>
            </a:r>
            <a:br>
              <a:rPr lang="en-US" altLang="ru-RU" sz="1200" dirty="0">
                <a:solidFill>
                  <a:schemeClr val="bg1"/>
                </a:solidFill>
              </a:rPr>
            </a:br>
            <a:r>
              <a:rPr lang="ru-RU" altLang="en-US" sz="1200" dirty="0">
                <a:solidFill>
                  <a:schemeClr val="bg1"/>
                </a:solidFill>
              </a:rPr>
              <a:t>очистка, нормализация</a:t>
            </a:r>
            <a:endParaRPr lang="ru-RU" altLang="en-US" sz="1200" dirty="0">
              <a:solidFill>
                <a:schemeClr val="bg1"/>
              </a:solidFill>
            </a:endParaRPr>
          </a:p>
        </p:txBody>
      </p:sp>
      <p:sp>
        <p:nvSpPr>
          <p:cNvPr id="20" name="文本占位符 19"/>
          <p:cNvSpPr>
            <a:spLocks noGrp="1"/>
          </p:cNvSpPr>
          <p:nvPr>
            <p:ph type="body" sz="quarter" idx="17"/>
          </p:nvPr>
        </p:nvSpPr>
        <p:spPr>
          <a:xfrm>
            <a:off x="4739305" y="4295036"/>
            <a:ext cx="2056283" cy="1121154"/>
          </a:xfrm>
        </p:spPr>
        <p:txBody>
          <a:bodyPr>
            <a:normAutofit/>
          </a:bodyPr>
          <a:lstStyle/>
          <a:p>
            <a:pPr algn="ctr"/>
            <a:r>
              <a:rPr lang="ru-RU" altLang="en-US" sz="1200" dirty="0">
                <a:solidFill>
                  <a:schemeClr val="bg1">
                    <a:lumMod val="65000"/>
                  </a:schemeClr>
                </a:solidFill>
              </a:rPr>
              <a:t>Опеределение сегментов (кластеризация)</a:t>
            </a:r>
            <a:endParaRPr lang="ru-RU" altLang="en-US" sz="1200" dirty="0">
              <a:solidFill>
                <a:schemeClr val="bg1">
                  <a:lumMod val="65000"/>
                </a:schemeClr>
              </a:solidFill>
            </a:endParaRPr>
          </a:p>
        </p:txBody>
      </p:sp>
      <p:sp>
        <p:nvSpPr>
          <p:cNvPr id="21" name="文本占位符 20"/>
          <p:cNvSpPr>
            <a:spLocks noGrp="1"/>
          </p:cNvSpPr>
          <p:nvPr>
            <p:ph type="body" sz="quarter" idx="18"/>
          </p:nvPr>
        </p:nvSpPr>
        <p:spPr>
          <a:xfrm>
            <a:off x="7261735" y="4303781"/>
            <a:ext cx="2056283" cy="1121154"/>
          </a:xfrm>
        </p:spPr>
        <p:txBody>
          <a:bodyPr>
            <a:normAutofit/>
          </a:bodyPr>
          <a:lstStyle/>
          <a:p>
            <a:pPr algn="ctr"/>
            <a:r>
              <a:rPr lang="ru-RU" altLang="en-US" sz="1200" dirty="0">
                <a:solidFill>
                  <a:schemeClr val="bg1">
                    <a:lumMod val="65000"/>
                  </a:schemeClr>
                </a:solidFill>
              </a:rPr>
              <a:t>Построение демографических профилей сегментов</a:t>
            </a:r>
            <a:endParaRPr lang="ru-RU" altLang="en-US" sz="1200" dirty="0">
              <a:solidFill>
                <a:schemeClr val="bg1">
                  <a:lumMod val="65000"/>
                </a:schemeClr>
              </a:solidFill>
            </a:endParaRPr>
          </a:p>
        </p:txBody>
      </p:sp>
      <p:sp>
        <p:nvSpPr>
          <p:cNvPr id="24" name="文本占位符 23"/>
          <p:cNvSpPr>
            <a:spLocks noGrp="1"/>
          </p:cNvSpPr>
          <p:nvPr>
            <p:ph type="body" sz="quarter" idx="21"/>
          </p:nvPr>
        </p:nvSpPr>
        <p:spPr>
          <a:xfrm>
            <a:off x="2202737" y="3640560"/>
            <a:ext cx="1664652" cy="442022"/>
          </a:xfrm>
        </p:spPr>
        <p:txBody>
          <a:bodyPr>
            <a:normAutofit fontScale="75000"/>
          </a:bodyPr>
          <a:lstStyle/>
          <a:p>
            <a:pPr algn="ctr"/>
            <a:r>
              <a:rPr lang="ru-RU" altLang="en-US" b="1" dirty="0"/>
              <a:t>Этап 1</a:t>
            </a:r>
            <a:endParaRPr lang="ru-RU" altLang="en-US" b="1" dirty="0"/>
          </a:p>
        </p:txBody>
      </p:sp>
      <p:sp>
        <p:nvSpPr>
          <p:cNvPr id="25" name="文本占位符 24"/>
          <p:cNvSpPr>
            <a:spLocks noGrp="1"/>
          </p:cNvSpPr>
          <p:nvPr>
            <p:ph type="body" sz="quarter" idx="22"/>
          </p:nvPr>
        </p:nvSpPr>
        <p:spPr>
          <a:xfrm>
            <a:off x="4739305" y="3640560"/>
            <a:ext cx="1664652" cy="442022"/>
          </a:xfrm>
        </p:spPr>
        <p:txBody>
          <a:bodyPr>
            <a:normAutofit fontScale="75000"/>
          </a:bodyPr>
          <a:lstStyle/>
          <a:p>
            <a:pPr algn="ctr"/>
            <a:r>
              <a:rPr lang="ru-RU" altLang="en-US" b="1" dirty="0">
                <a:solidFill>
                  <a:schemeClr val="accent5">
                    <a:lumMod val="75000"/>
                  </a:schemeClr>
                </a:solidFill>
              </a:rPr>
              <a:t>Этап 2</a:t>
            </a:r>
            <a:endParaRPr lang="ru-RU" altLang="en-US" dirty="0">
              <a:solidFill>
                <a:schemeClr val="accent5">
                  <a:lumMod val="75000"/>
                </a:schemeClr>
              </a:solidFill>
            </a:endParaRPr>
          </a:p>
        </p:txBody>
      </p:sp>
      <p:sp>
        <p:nvSpPr>
          <p:cNvPr id="26" name="文本占位符 25"/>
          <p:cNvSpPr>
            <a:spLocks noGrp="1"/>
          </p:cNvSpPr>
          <p:nvPr>
            <p:ph type="body" sz="quarter" idx="23"/>
          </p:nvPr>
        </p:nvSpPr>
        <p:spPr>
          <a:xfrm>
            <a:off x="7261735" y="3640560"/>
            <a:ext cx="1664652" cy="442022"/>
          </a:xfrm>
        </p:spPr>
        <p:txBody>
          <a:bodyPr>
            <a:noAutofit/>
          </a:bodyPr>
          <a:lstStyle/>
          <a:p>
            <a:pPr algn="ctr"/>
            <a:r>
              <a:rPr lang="ru-RU" altLang="en-US" sz="2200" b="1" dirty="0">
                <a:solidFill>
                  <a:schemeClr val="accent5">
                    <a:lumMod val="75000"/>
                  </a:schemeClr>
                </a:solidFill>
              </a:rPr>
              <a:t>Этап 3</a:t>
            </a:r>
            <a:endParaRPr lang="en-US" altLang="zh-CN" sz="2200" b="1" dirty="0">
              <a:solidFill>
                <a:schemeClr val="accent5">
                  <a:lumMod val="75000"/>
                </a:schemeClr>
              </a:solidFill>
            </a:endParaRPr>
          </a:p>
          <a:p>
            <a:pPr algn="l"/>
            <a:endParaRPr lang="en-US" altLang="zh-CN" sz="2200" b="1" dirty="0">
              <a:solidFill>
                <a:schemeClr val="accent5">
                  <a:lumMod val="75000"/>
                </a:schemeClr>
              </a:solidFill>
            </a:endParaRPr>
          </a:p>
        </p:txBody>
      </p:sp>
      <p:sp>
        <p:nvSpPr>
          <p:cNvPr id="23" name="文本占位符 22"/>
          <p:cNvSpPr>
            <a:spLocks noGrp="1"/>
          </p:cNvSpPr>
          <p:nvPr>
            <p:ph type="body" sz="quarter" idx="20"/>
          </p:nvPr>
        </p:nvSpPr>
        <p:spPr>
          <a:xfrm>
            <a:off x="1357398" y="1626090"/>
            <a:ext cx="8741825" cy="598193"/>
          </a:xfrm>
        </p:spPr>
        <p:txBody>
          <a:bodyPr>
            <a:noAutofit/>
          </a:bodyPr>
          <a:lstStyle/>
          <a:p>
            <a:pPr algn="l"/>
            <a:r>
              <a:rPr sz="1400">
                <a:solidFill>
                  <a:srgbClr val="1A2B45"/>
                </a:solidFill>
                <a:sym typeface="+mn-ea"/>
              </a:rPr>
              <a:t>Персонализировать предложения сотового оператора, разделив абонентов на группы по их онлайн-интересам — посещаемым категориям сайтов.</a:t>
            </a:r>
            <a:endParaRPr lang="en-US" altLang="en-US" sz="1400" dirty="0">
              <a:solidFill>
                <a:schemeClr val="tx1">
                  <a:lumMod val="75000"/>
                  <a:lumOff val="25000"/>
                </a:schemeClr>
              </a:solidFill>
            </a:endParaRPr>
          </a:p>
        </p:txBody>
      </p:sp>
      <p:sp>
        <p:nvSpPr>
          <p:cNvPr id="28" name="矩形 27"/>
          <p:cNvSpPr/>
          <p:nvPr/>
        </p:nvSpPr>
        <p:spPr>
          <a:xfrm flipV="1">
            <a:off x="2327191" y="4138318"/>
            <a:ext cx="537640" cy="54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algn="ctr"/>
            <a:endParaRPr lang="zh-CN" altLang="en-US" sz="1265">
              <a:ea typeface="Arial" panose="020B0704020202020204" pitchFamily="34" charset="0"/>
            </a:endParaRPr>
          </a:p>
        </p:txBody>
      </p:sp>
      <p:sp>
        <p:nvSpPr>
          <p:cNvPr id="29" name="矩形 28"/>
          <p:cNvSpPr/>
          <p:nvPr/>
        </p:nvSpPr>
        <p:spPr>
          <a:xfrm flipV="1">
            <a:off x="4877886" y="4138318"/>
            <a:ext cx="537640" cy="54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algn="ctr"/>
            <a:endParaRPr lang="zh-CN" altLang="en-US" sz="1265">
              <a:ea typeface="Arial" panose="020B0704020202020204" pitchFamily="34" charset="0"/>
            </a:endParaRPr>
          </a:p>
        </p:txBody>
      </p:sp>
      <p:sp>
        <p:nvSpPr>
          <p:cNvPr id="30" name="矩形 29"/>
          <p:cNvSpPr/>
          <p:nvPr/>
        </p:nvSpPr>
        <p:spPr>
          <a:xfrm flipV="1">
            <a:off x="7395581" y="4138318"/>
            <a:ext cx="537640" cy="54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noAutofit/>
          </a:bodyPr>
          <a:lstStyle/>
          <a:p>
            <a:pPr algn="ctr"/>
            <a:endParaRPr lang="zh-CN" altLang="en-US" sz="1265">
              <a:ea typeface="Arial" panose="020B07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264795"/>
            <a:ext cx="11430000" cy="521970"/>
          </a:xfrm>
          <a:prstGeom prst="rect">
            <a:avLst/>
          </a:prstGeom>
          <a:solidFill>
            <a:schemeClr val="bg1">
              <a:lumMod val="85000"/>
            </a:schemeClr>
          </a:solidFill>
        </p:spPr>
        <p:txBody>
          <a:bodyPr wrap="square">
            <a:spAutoFit/>
          </a:bodyPr>
          <a:lstStyle/>
          <a:p>
            <a:pPr algn="l"/>
            <a:r>
              <a:rPr sz="2800" b="1">
                <a:solidFill>
                  <a:schemeClr val="tx1"/>
                </a:solidFill>
              </a:rPr>
              <a:t>Данные: состав и качество</a:t>
            </a:r>
            <a:endParaRPr sz="2800" b="1">
              <a:solidFill>
                <a:schemeClr val="tx1"/>
              </a:solidFill>
            </a:endParaRPr>
          </a:p>
        </p:txBody>
      </p:sp>
      <p:sp>
        <p:nvSpPr>
          <p:cNvPr id="4" name="TextBox 3"/>
          <p:cNvSpPr txBox="1"/>
          <p:nvPr/>
        </p:nvSpPr>
        <p:spPr>
          <a:xfrm>
            <a:off x="367348" y="1143000"/>
            <a:ext cx="5486400" cy="291465"/>
          </a:xfrm>
          <a:prstGeom prst="rect">
            <a:avLst/>
          </a:prstGeom>
          <a:noFill/>
        </p:spPr>
        <p:txBody>
          <a:bodyPr wrap="square">
            <a:spAutoFit/>
          </a:bodyPr>
          <a:lstStyle/>
          <a:p>
            <a:pPr algn="l"/>
            <a:r>
              <a:rPr sz="1300" b="1">
                <a:solidFill>
                  <a:srgbClr val="282828"/>
                </a:solidFill>
              </a:rPr>
              <a:t>Источники данных</a:t>
            </a:r>
            <a:endParaRPr sz="1300" b="1">
              <a:solidFill>
                <a:srgbClr val="282828"/>
              </a:solidFill>
            </a:endParaRPr>
          </a:p>
        </p:txBody>
      </p:sp>
      <p:graphicFrame>
        <p:nvGraphicFramePr>
          <p:cNvPr id="5" name="Table 4"/>
          <p:cNvGraphicFramePr>
            <a:graphicFrameLocks noGrp="1"/>
          </p:cNvGraphicFramePr>
          <p:nvPr/>
        </p:nvGraphicFramePr>
        <p:xfrm>
          <a:off x="367348" y="1508760"/>
          <a:ext cx="5760720" cy="1920240"/>
        </p:xfrm>
        <a:graphic>
          <a:graphicData uri="http://schemas.openxmlformats.org/drawingml/2006/table">
            <a:tbl>
              <a:tblPr firstRow="1" bandRow="1">
                <a:tableStyleId>{5C22544A-7EE6-4342-B048-85BDC9FD1C3A}</a:tableStyleId>
              </a:tblPr>
              <a:tblGrid>
                <a:gridCol w="1920240"/>
                <a:gridCol w="1920240"/>
                <a:gridCol w="1920240"/>
              </a:tblGrid>
              <a:tr h="320040">
                <a:tc>
                  <a:txBody>
                    <a:bodyPr/>
                    <a:lstStyle/>
                    <a:p>
                      <a:pPr algn="ctr"/>
                      <a:r>
                        <a:rPr sz="1100" b="1">
                          <a:solidFill>
                            <a:srgbClr val="FFFFFF"/>
                          </a:solidFill>
                        </a:rPr>
                        <a:t>Файл</a:t>
                      </a:r>
                      <a:endParaRPr sz="1100" b="1">
                        <a:solidFill>
                          <a:srgbClr val="FFFFFF"/>
                        </a:solidFill>
                      </a:endParaRPr>
                    </a:p>
                  </a:txBody>
                  <a:tcPr>
                    <a:solidFill>
                      <a:srgbClr val="282828"/>
                    </a:solidFill>
                  </a:tcPr>
                </a:tc>
                <a:tc>
                  <a:txBody>
                    <a:bodyPr/>
                    <a:lstStyle/>
                    <a:p>
                      <a:pPr algn="ctr"/>
                      <a:r>
                        <a:rPr sz="1100" b="1">
                          <a:solidFill>
                            <a:srgbClr val="FFFFFF"/>
                          </a:solidFill>
                        </a:rPr>
                        <a:t>Строк</a:t>
                      </a:r>
                      <a:endParaRPr sz="1100" b="1">
                        <a:solidFill>
                          <a:srgbClr val="FFFFFF"/>
                        </a:solidFill>
                      </a:endParaRPr>
                    </a:p>
                  </a:txBody>
                  <a:tcPr>
                    <a:solidFill>
                      <a:srgbClr val="282828"/>
                    </a:solidFill>
                  </a:tcPr>
                </a:tc>
                <a:tc>
                  <a:txBody>
                    <a:bodyPr/>
                    <a:lstStyle/>
                    <a:p>
                      <a:pPr algn="ctr"/>
                      <a:r>
                        <a:rPr sz="1100" b="1">
                          <a:solidFill>
                            <a:srgbClr val="FFFFFF"/>
                          </a:solidFill>
                        </a:rPr>
                        <a:t>Ключевые поля</a:t>
                      </a:r>
                      <a:endParaRPr sz="1100" b="1">
                        <a:solidFill>
                          <a:srgbClr val="FFFFFF"/>
                        </a:solidFill>
                      </a:endParaRPr>
                    </a:p>
                  </a:txBody>
                  <a:tcPr>
                    <a:solidFill>
                      <a:srgbClr val="282828"/>
                    </a:solidFill>
                  </a:tcPr>
                </a:tc>
              </a:tr>
              <a:tr h="320040">
                <a:tc>
                  <a:txBody>
                    <a:bodyPr/>
                    <a:lstStyle/>
                    <a:p>
                      <a:pPr algn="ctr"/>
                      <a:r>
                        <a:rPr sz="1000">
                          <a:solidFill>
                            <a:srgbClr val="282828"/>
                          </a:solidFill>
                        </a:rPr>
                        <a:t>activity.csv</a:t>
                      </a:r>
                      <a:endParaRPr sz="1000">
                        <a:solidFill>
                          <a:srgbClr val="282828"/>
                        </a:solidFill>
                      </a:endParaRPr>
                    </a:p>
                  </a:txBody>
                  <a:tcPr>
                    <a:solidFill>
                      <a:srgbClr val="F3F3F3"/>
                    </a:solidFill>
                  </a:tcPr>
                </a:tc>
                <a:tc>
                  <a:txBody>
                    <a:bodyPr/>
                    <a:lstStyle/>
                    <a:p>
                      <a:pPr algn="ctr"/>
                      <a:r>
                        <a:rPr sz="1000">
                          <a:solidFill>
                            <a:srgbClr val="282828"/>
                          </a:solidFill>
                        </a:rPr>
                        <a:t>1 200 000</a:t>
                      </a:r>
                      <a:endParaRPr sz="1000">
                        <a:solidFill>
                          <a:srgbClr val="282828"/>
                        </a:solidFill>
                      </a:endParaRPr>
                    </a:p>
                  </a:txBody>
                  <a:tcPr>
                    <a:solidFill>
                      <a:srgbClr val="F3F3F3"/>
                    </a:solidFill>
                  </a:tcPr>
                </a:tc>
                <a:tc>
                  <a:txBody>
                    <a:bodyPr/>
                    <a:lstStyle/>
                    <a:p>
                      <a:pPr algn="ctr"/>
                      <a:r>
                        <a:rPr sz="1000">
                          <a:solidFill>
                            <a:srgbClr val="282828"/>
                          </a:solidFill>
                        </a:rPr>
                        <a:t>client_id, website</a:t>
                      </a:r>
                      <a:endParaRPr sz="1000">
                        <a:solidFill>
                          <a:srgbClr val="282828"/>
                        </a:solidFill>
                      </a:endParaRPr>
                    </a:p>
                  </a:txBody>
                  <a:tcPr>
                    <a:solidFill>
                      <a:srgbClr val="F3F3F3"/>
                    </a:solidFill>
                  </a:tcPr>
                </a:tc>
              </a:tr>
              <a:tr h="320040">
                <a:tc>
                  <a:txBody>
                    <a:bodyPr/>
                    <a:lstStyle/>
                    <a:p>
                      <a:pPr algn="ctr"/>
                      <a:r>
                        <a:rPr sz="1000">
                          <a:solidFill>
                            <a:srgbClr val="282828"/>
                          </a:solidFill>
                        </a:rPr>
                        <a:t>clients.csv</a:t>
                      </a:r>
                      <a:endParaRPr sz="1000">
                        <a:solidFill>
                          <a:srgbClr val="282828"/>
                        </a:solidFill>
                      </a:endParaRPr>
                    </a:p>
                  </a:txBody>
                  <a:tcPr>
                    <a:solidFill>
                      <a:srgbClr val="FFFFFF"/>
                    </a:solidFill>
                  </a:tcPr>
                </a:tc>
                <a:tc>
                  <a:txBody>
                    <a:bodyPr/>
                    <a:lstStyle/>
                    <a:p>
                      <a:pPr algn="ctr"/>
                      <a:r>
                        <a:rPr sz="1000">
                          <a:solidFill>
                            <a:srgbClr val="282828"/>
                          </a:solidFill>
                        </a:rPr>
                        <a:t>50 000</a:t>
                      </a:r>
                      <a:endParaRPr sz="1000">
                        <a:solidFill>
                          <a:srgbClr val="282828"/>
                        </a:solidFill>
                      </a:endParaRPr>
                    </a:p>
                  </a:txBody>
                  <a:tcPr>
                    <a:solidFill>
                      <a:srgbClr val="FFFFFF"/>
                    </a:solidFill>
                  </a:tcPr>
                </a:tc>
                <a:tc>
                  <a:txBody>
                    <a:bodyPr/>
                    <a:lstStyle/>
                    <a:p>
                      <a:pPr algn="ctr"/>
                      <a:r>
                        <a:rPr sz="1000">
                          <a:solidFill>
                            <a:srgbClr val="282828"/>
                          </a:solidFill>
                        </a:rPr>
                        <a:t>id, age, gender, region_id</a:t>
                      </a:r>
                      <a:endParaRPr sz="1000">
                        <a:solidFill>
                          <a:srgbClr val="282828"/>
                        </a:solidFill>
                      </a:endParaRPr>
                    </a:p>
                  </a:txBody>
                  <a:tcPr>
                    <a:solidFill>
                      <a:srgbClr val="FFFFFF"/>
                    </a:solidFill>
                  </a:tcPr>
                </a:tc>
              </a:tr>
              <a:tr h="320040">
                <a:tc>
                  <a:txBody>
                    <a:bodyPr/>
                    <a:lstStyle/>
                    <a:p>
                      <a:pPr algn="ctr"/>
                      <a:r>
                        <a:rPr sz="1000">
                          <a:solidFill>
                            <a:srgbClr val="282828"/>
                          </a:solidFill>
                        </a:rPr>
                        <a:t>websites.csv</a:t>
                      </a:r>
                      <a:endParaRPr sz="1000">
                        <a:solidFill>
                          <a:srgbClr val="282828"/>
                        </a:solidFill>
                      </a:endParaRPr>
                    </a:p>
                  </a:txBody>
                  <a:tcPr>
                    <a:solidFill>
                      <a:srgbClr val="F3F3F3"/>
                    </a:solidFill>
                  </a:tcPr>
                </a:tc>
                <a:tc>
                  <a:txBody>
                    <a:bodyPr/>
                    <a:lstStyle/>
                    <a:p>
                      <a:pPr algn="ctr"/>
                      <a:r>
                        <a:rPr sz="1000">
                          <a:solidFill>
                            <a:srgbClr val="282828"/>
                          </a:solidFill>
                        </a:rPr>
                        <a:t>1 251</a:t>
                      </a:r>
                      <a:endParaRPr sz="1000">
                        <a:solidFill>
                          <a:srgbClr val="282828"/>
                        </a:solidFill>
                      </a:endParaRPr>
                    </a:p>
                  </a:txBody>
                  <a:tcPr>
                    <a:solidFill>
                      <a:srgbClr val="F3F3F3"/>
                    </a:solidFill>
                  </a:tcPr>
                </a:tc>
                <a:tc>
                  <a:txBody>
                    <a:bodyPr/>
                    <a:lstStyle/>
                    <a:p>
                      <a:pPr algn="ctr"/>
                      <a:r>
                        <a:rPr sz="1000">
                          <a:solidFill>
                            <a:srgbClr val="282828"/>
                          </a:solidFill>
                        </a:rPr>
                        <a:t>website, category_id</a:t>
                      </a:r>
                      <a:endParaRPr sz="1000">
                        <a:solidFill>
                          <a:srgbClr val="282828"/>
                        </a:solidFill>
                      </a:endParaRPr>
                    </a:p>
                  </a:txBody>
                  <a:tcPr>
                    <a:solidFill>
                      <a:srgbClr val="F3F3F3"/>
                    </a:solidFill>
                  </a:tcPr>
                </a:tc>
              </a:tr>
              <a:tr h="320040">
                <a:tc>
                  <a:txBody>
                    <a:bodyPr/>
                    <a:lstStyle/>
                    <a:p>
                      <a:pPr algn="ctr"/>
                      <a:r>
                        <a:rPr sz="1000">
                          <a:solidFill>
                            <a:srgbClr val="282828"/>
                          </a:solidFill>
                        </a:rPr>
                        <a:t>categories.csv</a:t>
                      </a:r>
                      <a:endParaRPr sz="1000">
                        <a:solidFill>
                          <a:srgbClr val="282828"/>
                        </a:solidFill>
                      </a:endParaRPr>
                    </a:p>
                  </a:txBody>
                  <a:tcPr>
                    <a:solidFill>
                      <a:srgbClr val="FFFFFF"/>
                    </a:solidFill>
                  </a:tcPr>
                </a:tc>
                <a:tc>
                  <a:txBody>
                    <a:bodyPr/>
                    <a:lstStyle/>
                    <a:p>
                      <a:pPr algn="ctr"/>
                      <a:r>
                        <a:rPr sz="1000">
                          <a:solidFill>
                            <a:srgbClr val="282828"/>
                          </a:solidFill>
                        </a:rPr>
                        <a:t>30</a:t>
                      </a:r>
                      <a:endParaRPr sz="1000">
                        <a:solidFill>
                          <a:srgbClr val="282828"/>
                        </a:solidFill>
                      </a:endParaRPr>
                    </a:p>
                  </a:txBody>
                  <a:tcPr>
                    <a:solidFill>
                      <a:srgbClr val="FFFFFF"/>
                    </a:solidFill>
                  </a:tcPr>
                </a:tc>
                <a:tc>
                  <a:txBody>
                    <a:bodyPr/>
                    <a:lstStyle/>
                    <a:p>
                      <a:pPr algn="ctr"/>
                      <a:r>
                        <a:rPr sz="1000">
                          <a:solidFill>
                            <a:srgbClr val="282828"/>
                          </a:solidFill>
                        </a:rPr>
                        <a:t>id, name</a:t>
                      </a:r>
                      <a:endParaRPr sz="1000">
                        <a:solidFill>
                          <a:srgbClr val="282828"/>
                        </a:solidFill>
                      </a:endParaRPr>
                    </a:p>
                  </a:txBody>
                  <a:tcPr>
                    <a:solidFill>
                      <a:srgbClr val="FFFFFF"/>
                    </a:solidFill>
                  </a:tcPr>
                </a:tc>
              </a:tr>
              <a:tr h="320040">
                <a:tc>
                  <a:txBody>
                    <a:bodyPr/>
                    <a:lstStyle/>
                    <a:p>
                      <a:pPr algn="ctr"/>
                      <a:r>
                        <a:rPr sz="1000">
                          <a:solidFill>
                            <a:srgbClr val="282828"/>
                          </a:solidFill>
                        </a:rPr>
                        <a:t>regions.csv</a:t>
                      </a:r>
                      <a:endParaRPr sz="1000">
                        <a:solidFill>
                          <a:srgbClr val="282828"/>
                        </a:solidFill>
                      </a:endParaRPr>
                    </a:p>
                  </a:txBody>
                  <a:tcPr>
                    <a:solidFill>
                      <a:srgbClr val="F3F3F3"/>
                    </a:solidFill>
                  </a:tcPr>
                </a:tc>
                <a:tc>
                  <a:txBody>
                    <a:bodyPr/>
                    <a:lstStyle/>
                    <a:p>
                      <a:pPr algn="ctr"/>
                      <a:r>
                        <a:rPr sz="1000">
                          <a:solidFill>
                            <a:srgbClr val="282828"/>
                          </a:solidFill>
                        </a:rPr>
                        <a:t>23</a:t>
                      </a:r>
                      <a:endParaRPr sz="1000">
                        <a:solidFill>
                          <a:srgbClr val="282828"/>
                        </a:solidFill>
                      </a:endParaRPr>
                    </a:p>
                  </a:txBody>
                  <a:tcPr>
                    <a:solidFill>
                      <a:srgbClr val="F3F3F3"/>
                    </a:solidFill>
                  </a:tcPr>
                </a:tc>
                <a:tc>
                  <a:txBody>
                    <a:bodyPr/>
                    <a:lstStyle/>
                    <a:p>
                      <a:pPr algn="ctr"/>
                      <a:r>
                        <a:rPr sz="1000">
                          <a:solidFill>
                            <a:srgbClr val="282828"/>
                          </a:solidFill>
                        </a:rPr>
                        <a:t>id, name</a:t>
                      </a:r>
                      <a:endParaRPr sz="1000">
                        <a:solidFill>
                          <a:srgbClr val="282828"/>
                        </a:solidFill>
                      </a:endParaRPr>
                    </a:p>
                  </a:txBody>
                  <a:tcPr>
                    <a:solidFill>
                      <a:srgbClr val="F3F3F3"/>
                    </a:solidFill>
                  </a:tcPr>
                </a:tc>
              </a:tr>
            </a:tbl>
          </a:graphicData>
        </a:graphic>
      </p:graphicFrame>
      <p:sp>
        <p:nvSpPr>
          <p:cNvPr id="6" name="TextBox 5"/>
          <p:cNvSpPr txBox="1"/>
          <p:nvPr/>
        </p:nvSpPr>
        <p:spPr>
          <a:xfrm>
            <a:off x="6402388" y="1143000"/>
            <a:ext cx="5303520" cy="291465"/>
          </a:xfrm>
          <a:prstGeom prst="rect">
            <a:avLst/>
          </a:prstGeom>
          <a:noFill/>
        </p:spPr>
        <p:txBody>
          <a:bodyPr wrap="square">
            <a:spAutoFit/>
          </a:bodyPr>
          <a:lstStyle/>
          <a:p>
            <a:pPr algn="l"/>
            <a:r>
              <a:rPr sz="1300" b="1">
                <a:solidFill>
                  <a:srgbClr val="282828"/>
                </a:solidFill>
              </a:rPr>
              <a:t>Проблемы качества</a:t>
            </a:r>
            <a:endParaRPr sz="1300" b="1">
              <a:solidFill>
                <a:srgbClr val="282828"/>
              </a:solidFill>
            </a:endParaRPr>
          </a:p>
        </p:txBody>
      </p:sp>
      <p:sp>
        <p:nvSpPr>
          <p:cNvPr id="7" name="Rectangle 6"/>
          <p:cNvSpPr/>
          <p:nvPr/>
        </p:nvSpPr>
        <p:spPr>
          <a:xfrm>
            <a:off x="6402388" y="1508760"/>
            <a:ext cx="5303520" cy="438912"/>
          </a:xfrm>
          <a:prstGeom prst="rect">
            <a:avLst/>
          </a:prstGeom>
          <a:solidFill>
            <a:srgbClr val="88787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FFFFFF"/>
                </a:solidFill>
              </a:rPr>
              <a:t>Дубликаты активности
90 676 строк  (7,6%)</a:t>
            </a:r>
            <a:endParaRPr sz="1100" b="0">
              <a:solidFill>
                <a:srgbClr val="FFFFFF"/>
              </a:solidFill>
            </a:endParaRPr>
          </a:p>
        </p:txBody>
      </p:sp>
      <p:sp>
        <p:nvSpPr>
          <p:cNvPr id="8" name="Rectangle 7"/>
          <p:cNvSpPr/>
          <p:nvPr/>
        </p:nvSpPr>
        <p:spPr>
          <a:xfrm>
            <a:off x="6402388" y="2011680"/>
            <a:ext cx="5303520" cy="438912"/>
          </a:xfrm>
          <a:prstGeom prst="rect">
            <a:avLst/>
          </a:prstGeom>
          <a:solidFill>
            <a:srgbClr val="80809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FFFFFF"/>
                </a:solidFill>
              </a:rPr>
              <a:t>Пропуски gender
82 записи  (0,16%)</a:t>
            </a:r>
            <a:endParaRPr sz="1100" b="0">
              <a:solidFill>
                <a:srgbClr val="FFFFFF"/>
              </a:solidFill>
            </a:endParaRPr>
          </a:p>
        </p:txBody>
      </p:sp>
      <p:sp>
        <p:nvSpPr>
          <p:cNvPr id="9" name="Rectangle 8"/>
          <p:cNvSpPr/>
          <p:nvPr/>
        </p:nvSpPr>
        <p:spPr>
          <a:xfrm>
            <a:off x="6402388" y="2514600"/>
            <a:ext cx="5303520" cy="438912"/>
          </a:xfrm>
          <a:prstGeom prst="rect">
            <a:avLst/>
          </a:prstGeom>
          <a:solidFill>
            <a:srgbClr val="AB7B6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FFFFFF"/>
                </a:solidFill>
              </a:rPr>
              <a:t>Клиенты без данных
9 350 чел.  (18,7%)</a:t>
            </a:r>
            <a:endParaRPr sz="1100" b="0">
              <a:solidFill>
                <a:srgbClr val="FFFFFF"/>
              </a:solidFill>
            </a:endParaRPr>
          </a:p>
        </p:txBody>
      </p:sp>
      <p:sp>
        <p:nvSpPr>
          <p:cNvPr id="10" name="Rectangle 9"/>
          <p:cNvSpPr/>
          <p:nvPr/>
        </p:nvSpPr>
        <p:spPr>
          <a:xfrm>
            <a:off x="6402388" y="3017520"/>
            <a:ext cx="5303520" cy="438912"/>
          </a:xfrm>
          <a:prstGeom prst="rect">
            <a:avLst/>
          </a:prstGeom>
          <a:solidFill>
            <a:srgbClr val="80809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FFFFFF"/>
                </a:solidFill>
              </a:rPr>
              <a:t>Двойные категории
208 сайтов  (16,6%)</a:t>
            </a:r>
            <a:endParaRPr sz="1100" b="0">
              <a:solidFill>
                <a:srgbClr val="FFFFFF"/>
              </a:solidFill>
            </a:endParaRPr>
          </a:p>
        </p:txBody>
      </p:sp>
      <p:sp>
        <p:nvSpPr>
          <p:cNvPr id="11" name="Rectangle 10"/>
          <p:cNvSpPr/>
          <p:nvPr/>
        </p:nvSpPr>
        <p:spPr>
          <a:xfrm>
            <a:off x="367348" y="3657600"/>
            <a:ext cx="11247120" cy="5943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rPr>
              <a:t>В анализе: 33 446 абонентов × 30 категорий</a:t>
            </a:r>
            <a:endParaRPr sz="1500" b="1">
              <a:solidFill>
                <a:srgbClr val="FFFFFF"/>
              </a:solidFill>
            </a:endParaRPr>
          </a:p>
        </p:txBody>
      </p:sp>
      <p:sp>
        <p:nvSpPr>
          <p:cNvPr id="12" name="TextBox 11"/>
          <p:cNvSpPr txBox="1"/>
          <p:nvPr/>
        </p:nvSpPr>
        <p:spPr>
          <a:xfrm>
            <a:off x="367348" y="4434840"/>
            <a:ext cx="10972800" cy="291465"/>
          </a:xfrm>
          <a:prstGeom prst="rect">
            <a:avLst/>
          </a:prstGeom>
          <a:noFill/>
        </p:spPr>
        <p:txBody>
          <a:bodyPr wrap="square">
            <a:spAutoFit/>
          </a:bodyPr>
          <a:lstStyle/>
          <a:p>
            <a:pPr algn="l"/>
            <a:r>
              <a:rPr sz="1300" b="1">
                <a:solidFill>
                  <a:srgbClr val="282828"/>
                </a:solidFill>
              </a:rPr>
              <a:t>Демография базы</a:t>
            </a:r>
            <a:endParaRPr sz="1300" b="1">
              <a:solidFill>
                <a:srgbClr val="282828"/>
              </a:solidFill>
            </a:endParaRPr>
          </a:p>
        </p:txBody>
      </p:sp>
      <p:sp>
        <p:nvSpPr>
          <p:cNvPr id="13" name="Rectangle 12"/>
          <p:cNvSpPr/>
          <p:nvPr/>
        </p:nvSpPr>
        <p:spPr>
          <a:xfrm>
            <a:off x="367348" y="4800600"/>
            <a:ext cx="3657600" cy="1097280"/>
          </a:xfrm>
          <a:prstGeom prst="rect">
            <a:avLst/>
          </a:prstGeom>
          <a:solidFill>
            <a:srgbClr val="4A8FA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FFFFFF"/>
                </a:solidFill>
              </a:rPr>
              <a:t>Возраст
16–80 лет
Медиана: 35 лет</a:t>
            </a:r>
            <a:endParaRPr sz="1200" b="0">
              <a:solidFill>
                <a:srgbClr val="FFFFFF"/>
              </a:solidFill>
            </a:endParaRPr>
          </a:p>
        </p:txBody>
      </p:sp>
      <p:sp>
        <p:nvSpPr>
          <p:cNvPr id="14" name="Rectangle 13"/>
          <p:cNvSpPr/>
          <p:nvPr/>
        </p:nvSpPr>
        <p:spPr>
          <a:xfrm>
            <a:off x="4344988" y="4800600"/>
            <a:ext cx="3657600" cy="1097280"/>
          </a:xfrm>
          <a:prstGeom prst="rect">
            <a:avLst/>
          </a:prstGeom>
          <a:solidFill>
            <a:srgbClr val="C090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FFFFFF"/>
                </a:solidFill>
              </a:rPr>
              <a:t>Пол
Женщины: 52%
Мужчины: 47,8%</a:t>
            </a:r>
            <a:endParaRPr sz="1200" b="0">
              <a:solidFill>
                <a:srgbClr val="FFFFFF"/>
              </a:solidFill>
            </a:endParaRPr>
          </a:p>
        </p:txBody>
      </p:sp>
      <p:sp>
        <p:nvSpPr>
          <p:cNvPr id="15" name="Rectangle 14"/>
          <p:cNvSpPr/>
          <p:nvPr/>
        </p:nvSpPr>
        <p:spPr>
          <a:xfrm>
            <a:off x="8322628" y="4800600"/>
            <a:ext cx="3657600" cy="1097280"/>
          </a:xfrm>
          <a:prstGeom prst="rect">
            <a:avLst/>
          </a:prstGeom>
          <a:solidFill>
            <a:srgbClr val="5A9E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FFFFFF"/>
                </a:solidFill>
              </a:rPr>
              <a:t>Регионы
23 региона
Центральная Россия</a:t>
            </a:r>
            <a:endParaRPr sz="1200" b="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264795"/>
            <a:ext cx="11430000" cy="521970"/>
          </a:xfrm>
          <a:prstGeom prst="rect">
            <a:avLst/>
          </a:prstGeom>
          <a:noFill/>
        </p:spPr>
        <p:txBody>
          <a:bodyPr wrap="square">
            <a:spAutoFit/>
          </a:bodyPr>
          <a:lstStyle/>
          <a:p>
            <a:pPr algn="l"/>
            <a:r>
              <a:rPr sz="2800" b="1">
                <a:solidFill>
                  <a:schemeClr val="tx1"/>
                </a:solidFill>
              </a:rPr>
              <a:t>Методология кластеризации</a:t>
            </a:r>
            <a:endParaRPr sz="2800" b="1">
              <a:solidFill>
                <a:schemeClr val="tx1"/>
              </a:solidFill>
            </a:endParaRPr>
          </a:p>
        </p:txBody>
      </p:sp>
      <p:sp>
        <p:nvSpPr>
          <p:cNvPr id="4" name="Rectangle 3"/>
          <p:cNvSpPr/>
          <p:nvPr/>
        </p:nvSpPr>
        <p:spPr>
          <a:xfrm>
            <a:off x="367348" y="1188720"/>
            <a:ext cx="5577840" cy="457200"/>
          </a:xfrm>
          <a:prstGeom prst="rect">
            <a:avLst/>
          </a:prstGeom>
          <a:solidFill>
            <a:srgbClr val="627C8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KMeans</a:t>
            </a:r>
            <a:endParaRPr sz="1600" b="1">
              <a:solidFill>
                <a:srgbClr val="FFFFFF"/>
              </a:solidFill>
            </a:endParaRPr>
          </a:p>
        </p:txBody>
      </p:sp>
      <p:sp>
        <p:nvSpPr>
          <p:cNvPr id="5" name="TextBox 4"/>
          <p:cNvSpPr txBox="1"/>
          <p:nvPr/>
        </p:nvSpPr>
        <p:spPr>
          <a:xfrm>
            <a:off x="367348" y="1737360"/>
            <a:ext cx="5577840" cy="1198880"/>
          </a:xfrm>
          <a:prstGeom prst="rect">
            <a:avLst/>
          </a:prstGeom>
          <a:noFill/>
        </p:spPr>
        <p:txBody>
          <a:bodyPr wrap="square">
            <a:spAutoFit/>
          </a:bodyPr>
          <a:lstStyle/>
          <a:p>
            <a:pPr algn="l"/>
            <a:r>
              <a:rPr sz="1200" b="0">
                <a:solidFill>
                  <a:srgbClr val="282828"/>
                </a:solidFill>
              </a:rPr>
              <a:t>• Задаётся число кластеров k
• Итерационный: точки → ближайший центроид
• Пересчёт центроидов до сходимости
• Метрика: Silhouette Score, Inertia
• При отсутствии структуры делит данные
  принудительно на k зон</a:t>
            </a:r>
            <a:endParaRPr sz="1200" b="0">
              <a:solidFill>
                <a:srgbClr val="282828"/>
              </a:solidFill>
            </a:endParaRPr>
          </a:p>
        </p:txBody>
      </p:sp>
      <p:sp>
        <p:nvSpPr>
          <p:cNvPr id="6" name="Rectangle 5"/>
          <p:cNvSpPr/>
          <p:nvPr/>
        </p:nvSpPr>
        <p:spPr>
          <a:xfrm>
            <a:off x="367348" y="4069080"/>
            <a:ext cx="5577840" cy="411480"/>
          </a:xfrm>
          <a:prstGeom prst="rect">
            <a:avLst/>
          </a:prstGeom>
          <a:solidFill>
            <a:srgbClr val="627C8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Применено: k=5, PCA 15 компонент</a:t>
            </a:r>
            <a:endParaRPr sz="1100" b="1">
              <a:solidFill>
                <a:srgbClr val="FFFFFF"/>
              </a:solidFill>
            </a:endParaRPr>
          </a:p>
        </p:txBody>
      </p:sp>
      <p:sp>
        <p:nvSpPr>
          <p:cNvPr id="7" name="Rectangle 6"/>
          <p:cNvSpPr/>
          <p:nvPr/>
        </p:nvSpPr>
        <p:spPr>
          <a:xfrm>
            <a:off x="6402388" y="1188720"/>
            <a:ext cx="5394960" cy="457200"/>
          </a:xfrm>
          <a:prstGeom prst="rect">
            <a:avLst/>
          </a:prstGeom>
          <a:solidFill>
            <a:srgbClr val="7A6A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HDBSCAN</a:t>
            </a:r>
            <a:endParaRPr sz="1600" b="1">
              <a:solidFill>
                <a:srgbClr val="FFFFFF"/>
              </a:solidFill>
            </a:endParaRPr>
          </a:p>
        </p:txBody>
      </p:sp>
      <p:sp>
        <p:nvSpPr>
          <p:cNvPr id="8" name="TextBox 7"/>
          <p:cNvSpPr txBox="1"/>
          <p:nvPr/>
        </p:nvSpPr>
        <p:spPr>
          <a:xfrm>
            <a:off x="6402388" y="1737360"/>
            <a:ext cx="5394960" cy="1014730"/>
          </a:xfrm>
          <a:prstGeom prst="rect">
            <a:avLst/>
          </a:prstGeom>
          <a:noFill/>
        </p:spPr>
        <p:txBody>
          <a:bodyPr wrap="square">
            <a:spAutoFit/>
          </a:bodyPr>
          <a:lstStyle/>
          <a:p>
            <a:pPr algn="l"/>
            <a:r>
              <a:rPr sz="1200" b="0">
                <a:solidFill>
                  <a:srgbClr val="282828"/>
                </a:solidFill>
              </a:rPr>
              <a:t>• Число кластеров определяется автоматически
• Основан на плотности точек
• Выделяет шумовые точки</a:t>
            </a:r>
            <a:endParaRPr sz="1200" b="0">
              <a:solidFill>
                <a:srgbClr val="282828"/>
              </a:solidFill>
            </a:endParaRPr>
          </a:p>
          <a:p>
            <a:pPr algn="l"/>
            <a:r>
              <a:rPr sz="1200" b="0">
                <a:solidFill>
                  <a:srgbClr val="282828"/>
                </a:solidFill>
              </a:rPr>
              <a:t>• Находит кластеры произвольной формы
• Высокий % шума = нет структуры в данных</a:t>
            </a:r>
            <a:endParaRPr sz="1200" b="0">
              <a:solidFill>
                <a:srgbClr val="282828"/>
              </a:solidFill>
            </a:endParaRPr>
          </a:p>
        </p:txBody>
      </p:sp>
      <p:sp>
        <p:nvSpPr>
          <p:cNvPr id="9" name="Rectangle 8"/>
          <p:cNvSpPr/>
          <p:nvPr/>
        </p:nvSpPr>
        <p:spPr>
          <a:xfrm>
            <a:off x="6402388" y="4069080"/>
            <a:ext cx="5394960" cy="411480"/>
          </a:xfrm>
          <a:prstGeom prst="rect">
            <a:avLst/>
          </a:prstGeom>
          <a:solidFill>
            <a:srgbClr val="7A6A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Применено: поведенческие признаки (29 кат.)</a:t>
            </a:r>
            <a:endParaRPr sz="1100" b="1">
              <a:solidFill>
                <a:srgbClr val="FFFFFF"/>
              </a:solidFill>
            </a:endParaRPr>
          </a:p>
        </p:txBody>
      </p:sp>
      <p:sp>
        <p:nvSpPr>
          <p:cNvPr id="10" name="Rectangle 9"/>
          <p:cNvSpPr/>
          <p:nvPr/>
        </p:nvSpPr>
        <p:spPr>
          <a:xfrm>
            <a:off x="367348" y="4754880"/>
            <a:ext cx="11430000" cy="594360"/>
          </a:xfrm>
          <a:prstGeom prst="rect">
            <a:avLst/>
          </a:prstGeom>
          <a:solidFill>
            <a:srgbClr val="5050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a:solidFill>
                  <a:srgbClr val="FFFFFF"/>
                </a:solidFill>
              </a:rPr>
              <a:t>Снижение размерности — PCA:  15 компонент объясняют 58,6% дисперсии  →  нет выраженной структуры в данных</a:t>
            </a:r>
            <a:endParaRPr sz="1300" b="0">
              <a:solidFill>
                <a:srgbClr val="FFFFFF"/>
              </a:solidFill>
            </a:endParaRPr>
          </a:p>
        </p:txBody>
      </p:sp>
      <p:graphicFrame>
        <p:nvGraphicFramePr>
          <p:cNvPr id="11" name="Table 10"/>
          <p:cNvGraphicFramePr>
            <a:graphicFrameLocks noGrp="1"/>
          </p:cNvGraphicFramePr>
          <p:nvPr/>
        </p:nvGraphicFramePr>
        <p:xfrm>
          <a:off x="367348" y="5532120"/>
          <a:ext cx="11430000" cy="1234440"/>
        </p:xfrm>
        <a:graphic>
          <a:graphicData uri="http://schemas.openxmlformats.org/drawingml/2006/table">
            <a:tbl>
              <a:tblPr firstRow="1" bandRow="1">
                <a:tableStyleId>{5C22544A-7EE6-4342-B048-85BDC9FD1C3A}</a:tableStyleId>
              </a:tblPr>
              <a:tblGrid>
                <a:gridCol w="3810000"/>
                <a:gridCol w="3810000"/>
                <a:gridCol w="3810000"/>
              </a:tblGrid>
              <a:tr h="308610">
                <a:tc>
                  <a:txBody>
                    <a:bodyPr/>
                    <a:lstStyle/>
                    <a:p>
                      <a:pPr algn="ctr"/>
                      <a:endParaRPr sz="1100" b="1">
                        <a:solidFill>
                          <a:srgbClr val="FFFFFF"/>
                        </a:solidFill>
                      </a:endParaRPr>
                    </a:p>
                  </a:txBody>
                  <a:tcPr>
                    <a:solidFill>
                      <a:srgbClr val="282828"/>
                    </a:solidFill>
                  </a:tcPr>
                </a:tc>
                <a:tc>
                  <a:txBody>
                    <a:bodyPr/>
                    <a:lstStyle/>
                    <a:p>
                      <a:pPr algn="ctr"/>
                      <a:r>
                        <a:rPr sz="1100" b="1">
                          <a:solidFill>
                            <a:srgbClr val="FFFFFF"/>
                          </a:solidFill>
                        </a:rPr>
                        <a:t>KMeans</a:t>
                      </a:r>
                      <a:endParaRPr sz="1100" b="1">
                        <a:solidFill>
                          <a:srgbClr val="FFFFFF"/>
                        </a:solidFill>
                      </a:endParaRPr>
                    </a:p>
                  </a:txBody>
                  <a:tcPr>
                    <a:solidFill>
                      <a:srgbClr val="282828"/>
                    </a:solidFill>
                  </a:tcPr>
                </a:tc>
                <a:tc>
                  <a:txBody>
                    <a:bodyPr/>
                    <a:lstStyle/>
                    <a:p>
                      <a:pPr algn="ctr"/>
                      <a:r>
                        <a:rPr sz="1100" b="1">
                          <a:solidFill>
                            <a:srgbClr val="FFFFFF"/>
                          </a:solidFill>
                        </a:rPr>
                        <a:t>HDBSCAN</a:t>
                      </a:r>
                      <a:endParaRPr sz="1100" b="1">
                        <a:solidFill>
                          <a:srgbClr val="FFFFFF"/>
                        </a:solidFill>
                      </a:endParaRPr>
                    </a:p>
                  </a:txBody>
                  <a:tcPr>
                    <a:solidFill>
                      <a:srgbClr val="282828"/>
                    </a:solidFill>
                  </a:tcPr>
                </a:tc>
              </a:tr>
              <a:tr h="308610">
                <a:tc>
                  <a:txBody>
                    <a:bodyPr/>
                    <a:lstStyle/>
                    <a:p>
                      <a:pPr algn="ctr"/>
                      <a:r>
                        <a:rPr sz="1000">
                          <a:solidFill>
                            <a:srgbClr val="282828"/>
                          </a:solidFill>
                        </a:rPr>
                        <a:t>Число кластеров</a:t>
                      </a:r>
                      <a:endParaRPr sz="1000">
                        <a:solidFill>
                          <a:srgbClr val="282828"/>
                        </a:solidFill>
                      </a:endParaRPr>
                    </a:p>
                  </a:txBody>
                  <a:tcPr>
                    <a:solidFill>
                      <a:srgbClr val="F3F3F3"/>
                    </a:solidFill>
                  </a:tcPr>
                </a:tc>
                <a:tc>
                  <a:txBody>
                    <a:bodyPr/>
                    <a:lstStyle/>
                    <a:p>
                      <a:pPr algn="ctr"/>
                      <a:r>
                        <a:rPr sz="1000">
                          <a:solidFill>
                            <a:srgbClr val="282828"/>
                          </a:solidFill>
                        </a:rPr>
                        <a:t>Задаётся вручную</a:t>
                      </a:r>
                      <a:endParaRPr sz="1000">
                        <a:solidFill>
                          <a:srgbClr val="282828"/>
                        </a:solidFill>
                      </a:endParaRPr>
                    </a:p>
                  </a:txBody>
                  <a:tcPr>
                    <a:solidFill>
                      <a:srgbClr val="F3F3F3"/>
                    </a:solidFill>
                  </a:tcPr>
                </a:tc>
                <a:tc>
                  <a:txBody>
                    <a:bodyPr/>
                    <a:lstStyle/>
                    <a:p>
                      <a:pPr algn="ctr"/>
                      <a:r>
                        <a:rPr sz="1000">
                          <a:solidFill>
                            <a:srgbClr val="282828"/>
                          </a:solidFill>
                        </a:rPr>
                        <a:t>Авто</a:t>
                      </a:r>
                      <a:endParaRPr sz="1000">
                        <a:solidFill>
                          <a:srgbClr val="282828"/>
                        </a:solidFill>
                      </a:endParaRPr>
                    </a:p>
                  </a:txBody>
                  <a:tcPr>
                    <a:solidFill>
                      <a:srgbClr val="F3F3F3"/>
                    </a:solidFill>
                  </a:tcPr>
                </a:tc>
              </a:tr>
              <a:tr h="308610">
                <a:tc>
                  <a:txBody>
                    <a:bodyPr/>
                    <a:lstStyle/>
                    <a:p>
                      <a:pPr algn="ctr"/>
                      <a:r>
                        <a:rPr sz="1000">
                          <a:solidFill>
                            <a:srgbClr val="282828"/>
                          </a:solidFill>
                        </a:rPr>
                        <a:t>Форма кластеров</a:t>
                      </a:r>
                      <a:endParaRPr sz="1000">
                        <a:solidFill>
                          <a:srgbClr val="282828"/>
                        </a:solidFill>
                      </a:endParaRPr>
                    </a:p>
                  </a:txBody>
                  <a:tcPr>
                    <a:solidFill>
                      <a:srgbClr val="FFFFFF"/>
                    </a:solidFill>
                  </a:tcPr>
                </a:tc>
                <a:tc>
                  <a:txBody>
                    <a:bodyPr/>
                    <a:lstStyle/>
                    <a:p>
                      <a:pPr algn="ctr"/>
                      <a:r>
                        <a:rPr sz="1000">
                          <a:solidFill>
                            <a:srgbClr val="282828"/>
                          </a:solidFill>
                        </a:rPr>
                        <a:t>Только сферическая</a:t>
                      </a:r>
                      <a:endParaRPr sz="1000">
                        <a:solidFill>
                          <a:srgbClr val="282828"/>
                        </a:solidFill>
                      </a:endParaRPr>
                    </a:p>
                  </a:txBody>
                  <a:tcPr>
                    <a:solidFill>
                      <a:srgbClr val="FFFFFF"/>
                    </a:solidFill>
                  </a:tcPr>
                </a:tc>
                <a:tc>
                  <a:txBody>
                    <a:bodyPr/>
                    <a:lstStyle/>
                    <a:p>
                      <a:pPr algn="ctr"/>
                      <a:r>
                        <a:rPr sz="1000">
                          <a:solidFill>
                            <a:srgbClr val="282828"/>
                          </a:solidFill>
                        </a:rPr>
                        <a:t>Произвольная</a:t>
                      </a:r>
                      <a:endParaRPr sz="1000">
                        <a:solidFill>
                          <a:srgbClr val="282828"/>
                        </a:solidFill>
                      </a:endParaRPr>
                    </a:p>
                  </a:txBody>
                  <a:tcPr>
                    <a:solidFill>
                      <a:srgbClr val="FFFFFF"/>
                    </a:solidFill>
                  </a:tcPr>
                </a:tc>
              </a:tr>
              <a:tr h="308610">
                <a:tc>
                  <a:txBody>
                    <a:bodyPr/>
                    <a:lstStyle/>
                    <a:p>
                      <a:pPr algn="ctr"/>
                      <a:r>
                        <a:rPr sz="1000">
                          <a:solidFill>
                            <a:srgbClr val="282828"/>
                          </a:solidFill>
                        </a:rPr>
                        <a:t>Шум/выбросы</a:t>
                      </a:r>
                      <a:endParaRPr sz="1000">
                        <a:solidFill>
                          <a:srgbClr val="282828"/>
                        </a:solidFill>
                      </a:endParaRPr>
                    </a:p>
                  </a:txBody>
                  <a:tcPr>
                    <a:solidFill>
                      <a:srgbClr val="F3F3F3"/>
                    </a:solidFill>
                  </a:tcPr>
                </a:tc>
                <a:tc>
                  <a:txBody>
                    <a:bodyPr/>
                    <a:lstStyle/>
                    <a:p>
                      <a:pPr algn="ctr"/>
                      <a:r>
                        <a:rPr sz="1000">
                          <a:solidFill>
                            <a:srgbClr val="282828"/>
                          </a:solidFill>
                        </a:rPr>
                        <a:t>Нет</a:t>
                      </a:r>
                      <a:endParaRPr sz="1000">
                        <a:solidFill>
                          <a:srgbClr val="282828"/>
                        </a:solidFill>
                      </a:endParaRPr>
                    </a:p>
                  </a:txBody>
                  <a:tcPr>
                    <a:solidFill>
                      <a:srgbClr val="F3F3F3"/>
                    </a:solidFill>
                  </a:tcPr>
                </a:tc>
                <a:tc>
                  <a:txBody>
                    <a:bodyPr/>
                    <a:lstStyle/>
                    <a:p>
                      <a:pPr algn="ctr"/>
                      <a:r>
                        <a:rPr sz="1000">
                          <a:solidFill>
                            <a:srgbClr val="282828"/>
                          </a:solidFill>
                        </a:rPr>
                        <a:t>Да (метка −1)</a:t>
                      </a:r>
                      <a:endParaRPr sz="1000">
                        <a:solidFill>
                          <a:srgbClr val="282828"/>
                        </a:solidFill>
                      </a:endParaRPr>
                    </a:p>
                  </a:txBody>
                  <a:tcPr>
                    <a:solidFill>
                      <a:srgbClr val="F3F3F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sz="2800" b="1">
                <a:solidFill>
                  <a:srgbClr val="FFFFFF"/>
                </a:solidFill>
              </a:rPr>
              <a:t>KMeans: подбор числа кластеров k</a:t>
            </a:r>
            <a:endParaRPr sz="2800" b="1">
              <a:solidFill>
                <a:srgbClr val="FFFFFF"/>
              </a:solidFill>
            </a:endParaRPr>
          </a:p>
        </p:txBody>
      </p:sp>
      <p:pic>
        <p:nvPicPr>
          <p:cNvPr id="5" name="Picture 4" descr="elbow_silhouette.png"/>
          <p:cNvPicPr>
            <a:picLocks noChangeAspect="1"/>
          </p:cNvPicPr>
          <p:nvPr/>
        </p:nvPicPr>
        <p:blipFill>
          <a:blip r:embed="rId1"/>
          <a:stretch>
            <a:fillRect/>
          </a:stretch>
        </p:blipFill>
        <p:spPr>
          <a:xfrm>
            <a:off x="276225" y="1348105"/>
            <a:ext cx="11764010" cy="41617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905" y="0"/>
            <a:ext cx="12188825" cy="1312545"/>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sz="2800" b="1">
                <a:solidFill>
                  <a:srgbClr val="FFFFFF"/>
                </a:solidFill>
              </a:rPr>
              <a:t>KMeans: Детальные профили поведенческих сегментов</a:t>
            </a:r>
            <a:endParaRPr sz="2800" b="1">
              <a:solidFill>
                <a:srgbClr val="FFFFFF"/>
              </a:solidFill>
            </a:endParaRPr>
          </a:p>
        </p:txBody>
      </p:sp>
      <p:sp>
        <p:nvSpPr>
          <p:cNvPr id="4" name="TextBox 3"/>
          <p:cNvSpPr txBox="1"/>
          <p:nvPr/>
        </p:nvSpPr>
        <p:spPr>
          <a:xfrm>
            <a:off x="275908" y="713232"/>
            <a:ext cx="11430000" cy="306705"/>
          </a:xfrm>
          <a:prstGeom prst="rect">
            <a:avLst/>
          </a:prstGeom>
          <a:noFill/>
        </p:spPr>
        <p:txBody>
          <a:bodyPr wrap="square">
            <a:spAutoFit/>
          </a:bodyPr>
          <a:lstStyle/>
          <a:p>
            <a:pPr algn="l"/>
            <a:r>
              <a:rPr sz="1400" b="0">
                <a:solidFill>
                  <a:srgbClr val="99BBCC"/>
                </a:solidFill>
              </a:rPr>
              <a:t>Топ-5 категорий с повышенным интересом и топ-3 с пониженным (отклонение от среднего)</a:t>
            </a:r>
            <a:endParaRPr sz="1400" b="0">
              <a:solidFill>
                <a:srgbClr val="99BBCC"/>
              </a:solidFill>
            </a:endParaRPr>
          </a:p>
        </p:txBody>
      </p:sp>
      <p:sp>
        <p:nvSpPr>
          <p:cNvPr id="5" name="Rectangle 4"/>
          <p:cNvSpPr/>
          <p:nvPr/>
        </p:nvSpPr>
        <p:spPr>
          <a:xfrm>
            <a:off x="198183" y="1764792"/>
            <a:ext cx="2286000" cy="475488"/>
          </a:xfrm>
          <a:prstGeom prst="rect">
            <a:avLst/>
          </a:prstGeom>
          <a:solidFill>
            <a:srgbClr val="C05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Активный образ жизни</a:t>
            </a:r>
            <a:endParaRPr sz="900" b="1">
              <a:solidFill>
                <a:srgbClr val="FFFFFF"/>
              </a:solidFill>
            </a:endParaRPr>
          </a:p>
        </p:txBody>
      </p:sp>
      <p:sp>
        <p:nvSpPr>
          <p:cNvPr id="6" name="Rectangle 5"/>
          <p:cNvSpPr/>
          <p:nvPr/>
        </p:nvSpPr>
        <p:spPr>
          <a:xfrm>
            <a:off x="198183" y="2240280"/>
            <a:ext cx="2286000" cy="246888"/>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5 063 абонентов</a:t>
            </a:r>
            <a:endParaRPr sz="800" b="0">
              <a:solidFill>
                <a:srgbClr val="888888"/>
              </a:solidFill>
            </a:endParaRPr>
          </a:p>
        </p:txBody>
      </p:sp>
      <p:sp>
        <p:nvSpPr>
          <p:cNvPr id="7" name="Rectangle 6"/>
          <p:cNvSpPr/>
          <p:nvPr/>
        </p:nvSpPr>
        <p:spPr>
          <a:xfrm>
            <a:off x="198183" y="2532888"/>
            <a:ext cx="2286000" cy="237744"/>
          </a:xfrm>
          <a:prstGeom prst="rect">
            <a:avLst/>
          </a:prstGeom>
          <a:solidFill>
            <a:srgbClr val="E5F2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4A8FA8"/>
                </a:solidFill>
              </a:rPr>
              <a:t>↑  ПОВЫШЕННЫЙ ИНТЕРЕС</a:t>
            </a:r>
            <a:endParaRPr sz="800" b="1">
              <a:solidFill>
                <a:srgbClr val="4A8FA8"/>
              </a:solidFill>
            </a:endParaRPr>
          </a:p>
        </p:txBody>
      </p:sp>
      <p:sp>
        <p:nvSpPr>
          <p:cNvPr id="8" name="TextBox 7"/>
          <p:cNvSpPr txBox="1"/>
          <p:nvPr/>
        </p:nvSpPr>
        <p:spPr>
          <a:xfrm>
            <a:off x="253048" y="2798063"/>
            <a:ext cx="2194560" cy="706755"/>
          </a:xfrm>
          <a:prstGeom prst="rect">
            <a:avLst/>
          </a:prstGeom>
          <a:noFill/>
        </p:spPr>
        <p:txBody>
          <a:bodyPr wrap="square">
            <a:spAutoFit/>
          </a:bodyPr>
          <a:lstStyle/>
          <a:p>
            <a:pPr algn="l"/>
            <a:r>
              <a:rPr sz="800" b="0">
                <a:solidFill>
                  <a:srgbClr val="282828"/>
                </a:solidFill>
              </a:rPr>
              <a:t>Спорт и акт. отдых   +0.040
Ювелирные изделия   +0.033
Каршеринг и такси   +0.026
Аксессуары   +0.017
Детские товары   +0.012</a:t>
            </a:r>
            <a:endParaRPr sz="800" b="0">
              <a:solidFill>
                <a:srgbClr val="282828"/>
              </a:solidFill>
            </a:endParaRPr>
          </a:p>
        </p:txBody>
      </p:sp>
      <p:sp>
        <p:nvSpPr>
          <p:cNvPr id="9" name="Rectangle 8"/>
          <p:cNvSpPr/>
          <p:nvPr/>
        </p:nvSpPr>
        <p:spPr>
          <a:xfrm>
            <a:off x="198183" y="4416552"/>
            <a:ext cx="2286000" cy="237744"/>
          </a:xfrm>
          <a:prstGeom prst="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B83528"/>
                </a:solidFill>
              </a:rPr>
              <a:t>↓  ПОНИЖЕННЫЙ ИНТЕРЕС</a:t>
            </a:r>
            <a:endParaRPr sz="800" b="1">
              <a:solidFill>
                <a:srgbClr val="B83528"/>
              </a:solidFill>
            </a:endParaRPr>
          </a:p>
        </p:txBody>
      </p:sp>
      <p:sp>
        <p:nvSpPr>
          <p:cNvPr id="10" name="TextBox 9"/>
          <p:cNvSpPr txBox="1"/>
          <p:nvPr/>
        </p:nvSpPr>
        <p:spPr>
          <a:xfrm>
            <a:off x="253048" y="4681728"/>
            <a:ext cx="2194560" cy="460375"/>
          </a:xfrm>
          <a:prstGeom prst="rect">
            <a:avLst/>
          </a:prstGeom>
          <a:noFill/>
        </p:spPr>
        <p:txBody>
          <a:bodyPr wrap="square">
            <a:spAutoFit/>
          </a:bodyPr>
          <a:lstStyle/>
          <a:p>
            <a:pPr algn="l"/>
            <a:r>
              <a:rPr sz="800" b="0">
                <a:solidFill>
                  <a:srgbClr val="282828"/>
                </a:solidFill>
              </a:rPr>
              <a:t>Недвижимость   −0.013
Фитнес   −0.011
Одежда   −0.010</a:t>
            </a:r>
            <a:endParaRPr sz="800" b="0">
              <a:solidFill>
                <a:srgbClr val="282828"/>
              </a:solidFill>
            </a:endParaRPr>
          </a:p>
        </p:txBody>
      </p:sp>
      <p:sp>
        <p:nvSpPr>
          <p:cNvPr id="11" name="Rectangle 10"/>
          <p:cNvSpPr/>
          <p:nvPr/>
        </p:nvSpPr>
        <p:spPr>
          <a:xfrm>
            <a:off x="2571052" y="1764792"/>
            <a:ext cx="2286000" cy="475488"/>
          </a:xfrm>
          <a:prstGeom prst="rect">
            <a:avLst/>
          </a:prstGeom>
          <a:solidFill>
            <a:srgbClr val="5A7A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Цифровой досуг</a:t>
            </a:r>
            <a:endParaRPr sz="900" b="1">
              <a:solidFill>
                <a:srgbClr val="FFFFFF"/>
              </a:solidFill>
            </a:endParaRPr>
          </a:p>
        </p:txBody>
      </p:sp>
      <p:sp>
        <p:nvSpPr>
          <p:cNvPr id="12" name="Rectangle 11"/>
          <p:cNvSpPr/>
          <p:nvPr/>
        </p:nvSpPr>
        <p:spPr>
          <a:xfrm>
            <a:off x="2571052" y="2240280"/>
            <a:ext cx="2286000" cy="246888"/>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9 068 абонентов</a:t>
            </a:r>
            <a:endParaRPr sz="800" b="0">
              <a:solidFill>
                <a:srgbClr val="888888"/>
              </a:solidFill>
            </a:endParaRPr>
          </a:p>
        </p:txBody>
      </p:sp>
      <p:sp>
        <p:nvSpPr>
          <p:cNvPr id="13" name="Rectangle 12"/>
          <p:cNvSpPr/>
          <p:nvPr/>
        </p:nvSpPr>
        <p:spPr>
          <a:xfrm>
            <a:off x="2571052" y="2532888"/>
            <a:ext cx="2286000" cy="237744"/>
          </a:xfrm>
          <a:prstGeom prst="rect">
            <a:avLst/>
          </a:prstGeom>
          <a:solidFill>
            <a:srgbClr val="E5F2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4A8FA8"/>
                </a:solidFill>
              </a:rPr>
              <a:t>↑  ПОВЫШЕННЫЙ ИНТЕРЕС</a:t>
            </a:r>
            <a:endParaRPr sz="800" b="1">
              <a:solidFill>
                <a:srgbClr val="4A8FA8"/>
              </a:solidFill>
            </a:endParaRPr>
          </a:p>
        </p:txBody>
      </p:sp>
      <p:sp>
        <p:nvSpPr>
          <p:cNvPr id="14" name="TextBox 13"/>
          <p:cNvSpPr txBox="1"/>
          <p:nvPr/>
        </p:nvSpPr>
        <p:spPr>
          <a:xfrm>
            <a:off x="2625916" y="2798063"/>
            <a:ext cx="2194560" cy="706755"/>
          </a:xfrm>
          <a:prstGeom prst="rect">
            <a:avLst/>
          </a:prstGeom>
          <a:noFill/>
        </p:spPr>
        <p:txBody>
          <a:bodyPr wrap="square">
            <a:spAutoFit/>
          </a:bodyPr>
          <a:lstStyle/>
          <a:p>
            <a:pPr algn="l"/>
            <a:r>
              <a:rPr sz="800" b="0">
                <a:solidFill>
                  <a:srgbClr val="282828"/>
                </a:solidFill>
              </a:rPr>
              <a:t>Дом и сад   +0.011
Социальные сети   +0.010
Игры   +0.009
Маркетплейсы   +0.007
Развлечения   +0.006</a:t>
            </a:r>
            <a:endParaRPr sz="800" b="0">
              <a:solidFill>
                <a:srgbClr val="282828"/>
              </a:solidFill>
            </a:endParaRPr>
          </a:p>
        </p:txBody>
      </p:sp>
      <p:sp>
        <p:nvSpPr>
          <p:cNvPr id="15" name="Rectangle 14"/>
          <p:cNvSpPr/>
          <p:nvPr/>
        </p:nvSpPr>
        <p:spPr>
          <a:xfrm>
            <a:off x="2571052" y="4416552"/>
            <a:ext cx="2286000" cy="237744"/>
          </a:xfrm>
          <a:prstGeom prst="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B83528"/>
                </a:solidFill>
              </a:rPr>
              <a:t>↓  ПОНИЖЕННЫЙ ИНТЕРЕС</a:t>
            </a:r>
            <a:endParaRPr sz="800" b="1">
              <a:solidFill>
                <a:srgbClr val="B83528"/>
              </a:solidFill>
            </a:endParaRPr>
          </a:p>
        </p:txBody>
      </p:sp>
      <p:sp>
        <p:nvSpPr>
          <p:cNvPr id="16" name="TextBox 15"/>
          <p:cNvSpPr txBox="1"/>
          <p:nvPr/>
        </p:nvSpPr>
        <p:spPr>
          <a:xfrm>
            <a:off x="2625916" y="4681728"/>
            <a:ext cx="2194560" cy="460375"/>
          </a:xfrm>
          <a:prstGeom prst="rect">
            <a:avLst/>
          </a:prstGeom>
          <a:noFill/>
        </p:spPr>
        <p:txBody>
          <a:bodyPr wrap="square">
            <a:spAutoFit/>
          </a:bodyPr>
          <a:lstStyle/>
          <a:p>
            <a:pPr algn="l"/>
            <a:r>
              <a:rPr sz="800" b="0">
                <a:solidFill>
                  <a:srgbClr val="282828"/>
                </a:solidFill>
              </a:rPr>
              <a:t>Недвижимость   −0.015
Фитнес   −0.010
Спорт   −0.009</a:t>
            </a:r>
            <a:endParaRPr sz="800" b="0">
              <a:solidFill>
                <a:srgbClr val="282828"/>
              </a:solidFill>
            </a:endParaRPr>
          </a:p>
        </p:txBody>
      </p:sp>
      <p:sp>
        <p:nvSpPr>
          <p:cNvPr id="17" name="Rectangle 16"/>
          <p:cNvSpPr/>
          <p:nvPr/>
        </p:nvSpPr>
        <p:spPr>
          <a:xfrm>
            <a:off x="4943920" y="1764792"/>
            <a:ext cx="2286000" cy="475488"/>
          </a:xfrm>
          <a:prstGeom prst="rect">
            <a:avLst/>
          </a:prstGeom>
          <a:solidFill>
            <a:srgbClr val="5A9E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Здоровье и питание</a:t>
            </a:r>
            <a:endParaRPr sz="900" b="1">
              <a:solidFill>
                <a:srgbClr val="FFFFFF"/>
              </a:solidFill>
            </a:endParaRPr>
          </a:p>
        </p:txBody>
      </p:sp>
      <p:sp>
        <p:nvSpPr>
          <p:cNvPr id="18" name="Rectangle 17"/>
          <p:cNvSpPr/>
          <p:nvPr/>
        </p:nvSpPr>
        <p:spPr>
          <a:xfrm>
            <a:off x="4943920" y="2240280"/>
            <a:ext cx="2286000" cy="246888"/>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6 492 абонентов</a:t>
            </a:r>
            <a:endParaRPr sz="800" b="0">
              <a:solidFill>
                <a:srgbClr val="888888"/>
              </a:solidFill>
            </a:endParaRPr>
          </a:p>
        </p:txBody>
      </p:sp>
      <p:sp>
        <p:nvSpPr>
          <p:cNvPr id="19" name="Rectangle 18"/>
          <p:cNvSpPr/>
          <p:nvPr/>
        </p:nvSpPr>
        <p:spPr>
          <a:xfrm>
            <a:off x="4943920" y="2532888"/>
            <a:ext cx="2286000" cy="237744"/>
          </a:xfrm>
          <a:prstGeom prst="rect">
            <a:avLst/>
          </a:prstGeom>
          <a:solidFill>
            <a:srgbClr val="E5F2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4A8FA8"/>
                </a:solidFill>
              </a:rPr>
              <a:t>↑  ПОВЫШЕННЫЙ ИНТЕРЕС</a:t>
            </a:r>
            <a:endParaRPr sz="800" b="1">
              <a:solidFill>
                <a:srgbClr val="4A8FA8"/>
              </a:solidFill>
            </a:endParaRPr>
          </a:p>
        </p:txBody>
      </p:sp>
      <p:sp>
        <p:nvSpPr>
          <p:cNvPr id="20" name="TextBox 19"/>
          <p:cNvSpPr txBox="1"/>
          <p:nvPr/>
        </p:nvSpPr>
        <p:spPr>
          <a:xfrm>
            <a:off x="4998783" y="2798063"/>
            <a:ext cx="2194560" cy="706755"/>
          </a:xfrm>
          <a:prstGeom prst="rect">
            <a:avLst/>
          </a:prstGeom>
          <a:noFill/>
        </p:spPr>
        <p:txBody>
          <a:bodyPr wrap="square">
            <a:spAutoFit/>
          </a:bodyPr>
          <a:lstStyle/>
          <a:p>
            <a:pPr algn="l"/>
            <a:r>
              <a:rPr sz="800" b="0">
                <a:solidFill>
                  <a:srgbClr val="282828"/>
                </a:solidFill>
              </a:rPr>
              <a:t>Фитнес   +0.030
Продукты питания   +0.026
Обувь   +0.005
Медицина и аптеки   +0.004
Красота и здоровье   +0.003</a:t>
            </a:r>
            <a:endParaRPr sz="800" b="0">
              <a:solidFill>
                <a:srgbClr val="282828"/>
              </a:solidFill>
            </a:endParaRPr>
          </a:p>
        </p:txBody>
      </p:sp>
      <p:sp>
        <p:nvSpPr>
          <p:cNvPr id="21" name="Rectangle 20"/>
          <p:cNvSpPr/>
          <p:nvPr/>
        </p:nvSpPr>
        <p:spPr>
          <a:xfrm>
            <a:off x="4943920" y="4416552"/>
            <a:ext cx="2286000" cy="237744"/>
          </a:xfrm>
          <a:prstGeom prst="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B83528"/>
                </a:solidFill>
              </a:rPr>
              <a:t>↓  ПОНИЖЕННЫЙ ИНТЕРЕС</a:t>
            </a:r>
            <a:endParaRPr sz="800" b="1">
              <a:solidFill>
                <a:srgbClr val="B83528"/>
              </a:solidFill>
            </a:endParaRPr>
          </a:p>
        </p:txBody>
      </p:sp>
      <p:sp>
        <p:nvSpPr>
          <p:cNvPr id="22" name="TextBox 21"/>
          <p:cNvSpPr txBox="1"/>
          <p:nvPr/>
        </p:nvSpPr>
        <p:spPr>
          <a:xfrm>
            <a:off x="4998783" y="4681728"/>
            <a:ext cx="2194560" cy="460375"/>
          </a:xfrm>
          <a:prstGeom prst="rect">
            <a:avLst/>
          </a:prstGeom>
          <a:noFill/>
        </p:spPr>
        <p:txBody>
          <a:bodyPr wrap="square">
            <a:spAutoFit/>
          </a:bodyPr>
          <a:lstStyle/>
          <a:p>
            <a:pPr algn="l"/>
            <a:r>
              <a:rPr sz="800" b="0">
                <a:solidFill>
                  <a:srgbClr val="282828"/>
                </a:solidFill>
              </a:rPr>
              <a:t>Недвижимость   −0.011
Дом и сад   −0.007
Новости и СМИ   −0.007</a:t>
            </a:r>
            <a:endParaRPr sz="800" b="0">
              <a:solidFill>
                <a:srgbClr val="282828"/>
              </a:solidFill>
            </a:endParaRPr>
          </a:p>
        </p:txBody>
      </p:sp>
      <p:sp>
        <p:nvSpPr>
          <p:cNvPr id="23" name="Rectangle 22"/>
          <p:cNvSpPr/>
          <p:nvPr/>
        </p:nvSpPr>
        <p:spPr>
          <a:xfrm>
            <a:off x="7316788" y="1764792"/>
            <a:ext cx="2286000" cy="475488"/>
          </a:xfrm>
          <a:prstGeom prst="rect">
            <a:avLst/>
          </a:prstGeom>
          <a:solidFill>
            <a:srgbClr val="9A887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Информация и кафе</a:t>
            </a:r>
            <a:endParaRPr sz="900" b="1">
              <a:solidFill>
                <a:srgbClr val="FFFFFF"/>
              </a:solidFill>
            </a:endParaRPr>
          </a:p>
        </p:txBody>
      </p:sp>
      <p:sp>
        <p:nvSpPr>
          <p:cNvPr id="24" name="Rectangle 23"/>
          <p:cNvSpPr/>
          <p:nvPr/>
        </p:nvSpPr>
        <p:spPr>
          <a:xfrm>
            <a:off x="7316788" y="2240280"/>
            <a:ext cx="2286000" cy="246888"/>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6 562 абонентов</a:t>
            </a:r>
            <a:endParaRPr sz="800" b="0">
              <a:solidFill>
                <a:srgbClr val="888888"/>
              </a:solidFill>
            </a:endParaRPr>
          </a:p>
        </p:txBody>
      </p:sp>
      <p:sp>
        <p:nvSpPr>
          <p:cNvPr id="25" name="Rectangle 24"/>
          <p:cNvSpPr/>
          <p:nvPr/>
        </p:nvSpPr>
        <p:spPr>
          <a:xfrm>
            <a:off x="7316788" y="2532888"/>
            <a:ext cx="2286000" cy="237744"/>
          </a:xfrm>
          <a:prstGeom prst="rect">
            <a:avLst/>
          </a:prstGeom>
          <a:solidFill>
            <a:srgbClr val="E5F2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4A8FA8"/>
                </a:solidFill>
              </a:rPr>
              <a:t>↑  ПОВЫШЕННЫЙ ИНТЕРЕС</a:t>
            </a:r>
            <a:endParaRPr sz="800" b="1">
              <a:solidFill>
                <a:srgbClr val="4A8FA8"/>
              </a:solidFill>
            </a:endParaRPr>
          </a:p>
        </p:txBody>
      </p:sp>
      <p:sp>
        <p:nvSpPr>
          <p:cNvPr id="26" name="TextBox 25"/>
          <p:cNvSpPr txBox="1"/>
          <p:nvPr/>
        </p:nvSpPr>
        <p:spPr>
          <a:xfrm>
            <a:off x="7371652" y="2798063"/>
            <a:ext cx="2194560" cy="706755"/>
          </a:xfrm>
          <a:prstGeom prst="rect">
            <a:avLst/>
          </a:prstGeom>
          <a:noFill/>
        </p:spPr>
        <p:txBody>
          <a:bodyPr wrap="square">
            <a:spAutoFit/>
          </a:bodyPr>
          <a:lstStyle/>
          <a:p>
            <a:pPr algn="l"/>
            <a:r>
              <a:rPr sz="800" b="0">
                <a:solidFill>
                  <a:srgbClr val="282828"/>
                </a:solidFill>
              </a:rPr>
              <a:t>Кафе и рестораны   +0.030
Новости и СМИ   +0.029
Книги и канцелярия   +0.010
Одежда   +0.003
Питомцы   +0.001</a:t>
            </a:r>
            <a:endParaRPr sz="800" b="0">
              <a:solidFill>
                <a:srgbClr val="282828"/>
              </a:solidFill>
            </a:endParaRPr>
          </a:p>
        </p:txBody>
      </p:sp>
      <p:sp>
        <p:nvSpPr>
          <p:cNvPr id="27" name="Rectangle 26"/>
          <p:cNvSpPr/>
          <p:nvPr/>
        </p:nvSpPr>
        <p:spPr>
          <a:xfrm>
            <a:off x="7316788" y="4416552"/>
            <a:ext cx="2286000" cy="237744"/>
          </a:xfrm>
          <a:prstGeom prst="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B83528"/>
                </a:solidFill>
              </a:rPr>
              <a:t>↓  ПОНИЖЕННЫЙ ИНТЕРЕС</a:t>
            </a:r>
            <a:endParaRPr sz="800" b="1">
              <a:solidFill>
                <a:srgbClr val="B83528"/>
              </a:solidFill>
            </a:endParaRPr>
          </a:p>
        </p:txBody>
      </p:sp>
      <p:sp>
        <p:nvSpPr>
          <p:cNvPr id="28" name="TextBox 27"/>
          <p:cNvSpPr txBox="1"/>
          <p:nvPr/>
        </p:nvSpPr>
        <p:spPr>
          <a:xfrm>
            <a:off x="7371652" y="4681728"/>
            <a:ext cx="2194560" cy="460375"/>
          </a:xfrm>
          <a:prstGeom prst="rect">
            <a:avLst/>
          </a:prstGeom>
          <a:noFill/>
        </p:spPr>
        <p:txBody>
          <a:bodyPr wrap="square">
            <a:spAutoFit/>
          </a:bodyPr>
          <a:lstStyle/>
          <a:p>
            <a:pPr algn="l"/>
            <a:r>
              <a:rPr sz="800" b="0">
                <a:solidFill>
                  <a:srgbClr val="282828"/>
                </a:solidFill>
              </a:rPr>
              <a:t>Недвижимость   −0.008
Спорт   −0.008
Ювелирные   −0.006</a:t>
            </a:r>
            <a:endParaRPr sz="800" b="0">
              <a:solidFill>
                <a:srgbClr val="282828"/>
              </a:solidFill>
            </a:endParaRPr>
          </a:p>
        </p:txBody>
      </p:sp>
      <p:sp>
        <p:nvSpPr>
          <p:cNvPr id="29" name="Rectangle 28"/>
          <p:cNvSpPr/>
          <p:nvPr/>
        </p:nvSpPr>
        <p:spPr>
          <a:xfrm>
            <a:off x="9689656" y="1764792"/>
            <a:ext cx="2286000" cy="475488"/>
          </a:xfrm>
          <a:prstGeom prst="rect">
            <a:avLst/>
          </a:prstGeom>
          <a:solidFill>
            <a:srgbClr val="7A6A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Недвижимость и медиа</a:t>
            </a:r>
            <a:endParaRPr sz="900" b="1">
              <a:solidFill>
                <a:srgbClr val="FFFFFF"/>
              </a:solidFill>
            </a:endParaRPr>
          </a:p>
        </p:txBody>
      </p:sp>
      <p:sp>
        <p:nvSpPr>
          <p:cNvPr id="30" name="Rectangle 29"/>
          <p:cNvSpPr/>
          <p:nvPr/>
        </p:nvSpPr>
        <p:spPr>
          <a:xfrm>
            <a:off x="9689656" y="2240280"/>
            <a:ext cx="2286000" cy="246888"/>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6 261 абонентов</a:t>
            </a:r>
            <a:endParaRPr sz="800" b="0">
              <a:solidFill>
                <a:srgbClr val="888888"/>
              </a:solidFill>
            </a:endParaRPr>
          </a:p>
        </p:txBody>
      </p:sp>
      <p:sp>
        <p:nvSpPr>
          <p:cNvPr id="31" name="Rectangle 30"/>
          <p:cNvSpPr/>
          <p:nvPr/>
        </p:nvSpPr>
        <p:spPr>
          <a:xfrm>
            <a:off x="9689656" y="2532888"/>
            <a:ext cx="2286000" cy="237744"/>
          </a:xfrm>
          <a:prstGeom prst="rect">
            <a:avLst/>
          </a:prstGeom>
          <a:solidFill>
            <a:srgbClr val="E5F2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4A8FA8"/>
                </a:solidFill>
              </a:rPr>
              <a:t>↑  ПОВЫШЕННЫЙ ИНТЕРЕС</a:t>
            </a:r>
            <a:endParaRPr sz="800" b="1">
              <a:solidFill>
                <a:srgbClr val="4A8FA8"/>
              </a:solidFill>
            </a:endParaRPr>
          </a:p>
        </p:txBody>
      </p:sp>
      <p:sp>
        <p:nvSpPr>
          <p:cNvPr id="32" name="TextBox 31"/>
          <p:cNvSpPr txBox="1"/>
          <p:nvPr/>
        </p:nvSpPr>
        <p:spPr>
          <a:xfrm>
            <a:off x="9744519" y="2798063"/>
            <a:ext cx="2194560" cy="706755"/>
          </a:xfrm>
          <a:prstGeom prst="rect">
            <a:avLst/>
          </a:prstGeom>
          <a:noFill/>
        </p:spPr>
        <p:txBody>
          <a:bodyPr wrap="square">
            <a:spAutoFit/>
          </a:bodyPr>
          <a:lstStyle/>
          <a:p>
            <a:pPr algn="l"/>
            <a:r>
              <a:rPr sz="800" b="0">
                <a:solidFill>
                  <a:srgbClr val="282828"/>
                </a:solidFill>
              </a:rPr>
              <a:t>Недвижимость   +0.053
Одежда   +0.009
Онлайн-кинотеатры   +0.005
Музыка и подкасты   +0.005
Медицина и аптеки   +0.003</a:t>
            </a:r>
            <a:endParaRPr sz="800" b="0">
              <a:solidFill>
                <a:srgbClr val="282828"/>
              </a:solidFill>
            </a:endParaRPr>
          </a:p>
        </p:txBody>
      </p:sp>
      <p:sp>
        <p:nvSpPr>
          <p:cNvPr id="33" name="Rectangle 32"/>
          <p:cNvSpPr/>
          <p:nvPr/>
        </p:nvSpPr>
        <p:spPr>
          <a:xfrm>
            <a:off x="9689656" y="4416552"/>
            <a:ext cx="2286000" cy="237744"/>
          </a:xfrm>
          <a:prstGeom prst="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B83528"/>
                </a:solidFill>
              </a:rPr>
              <a:t>↓  ПОНИЖЕННЫЙ ИНТЕРЕС</a:t>
            </a:r>
            <a:endParaRPr sz="800" b="1">
              <a:solidFill>
                <a:srgbClr val="B83528"/>
              </a:solidFill>
            </a:endParaRPr>
          </a:p>
        </p:txBody>
      </p:sp>
      <p:sp>
        <p:nvSpPr>
          <p:cNvPr id="34" name="TextBox 33"/>
          <p:cNvSpPr txBox="1"/>
          <p:nvPr/>
        </p:nvSpPr>
        <p:spPr>
          <a:xfrm>
            <a:off x="9744519" y="4681728"/>
            <a:ext cx="2194560" cy="460375"/>
          </a:xfrm>
          <a:prstGeom prst="rect">
            <a:avLst/>
          </a:prstGeom>
          <a:noFill/>
        </p:spPr>
        <p:txBody>
          <a:bodyPr wrap="square">
            <a:spAutoFit/>
          </a:bodyPr>
          <a:lstStyle/>
          <a:p>
            <a:pPr algn="l"/>
            <a:r>
              <a:rPr sz="800" b="0">
                <a:solidFill>
                  <a:srgbClr val="282828"/>
                </a:solidFill>
              </a:rPr>
              <a:t>Спорт   −0.007
Кафе и рестораны   −0.006
Ювелирные   −0.005</a:t>
            </a:r>
            <a:endParaRPr sz="800" b="0">
              <a:solidFill>
                <a:srgbClr val="282828"/>
              </a:solidFill>
            </a:endParaRPr>
          </a:p>
        </p:txBody>
      </p:sp>
      <p:sp>
        <p:nvSpPr>
          <p:cNvPr id="35" name="Rectangle 34"/>
          <p:cNvSpPr/>
          <p:nvPr/>
        </p:nvSpPr>
        <p:spPr>
          <a:xfrm>
            <a:off x="198184" y="6035040"/>
            <a:ext cx="11795760" cy="5486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Примечание: максимальное отклонение 0.053 — вследствие синтетических данных значения малы; указанные категории являются относительно выраженными для каждого сегмента</a:t>
            </a:r>
            <a:endParaRPr sz="800" b="0">
              <a:solidFill>
                <a:srgbClr val="88888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905" y="0"/>
            <a:ext cx="12188825" cy="63500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sz="2800" b="1">
                <a:solidFill>
                  <a:srgbClr val="FFFFFF"/>
                </a:solidFill>
              </a:rPr>
              <a:t>Демографический профиль сегментов KMeans</a:t>
            </a:r>
            <a:endParaRPr sz="2800" b="1">
              <a:solidFill>
                <a:srgbClr val="FFFFFF"/>
              </a:solidFill>
            </a:endParaRPr>
          </a:p>
        </p:txBody>
      </p:sp>
      <p:pic>
        <p:nvPicPr>
          <p:cNvPr id="5" name="Picture 4" descr="kmeans_demo.png"/>
          <p:cNvPicPr>
            <a:picLocks noChangeAspect="1"/>
          </p:cNvPicPr>
          <p:nvPr/>
        </p:nvPicPr>
        <p:blipFill>
          <a:blip r:embed="rId1"/>
          <a:stretch>
            <a:fillRect/>
          </a:stretch>
        </p:blipFill>
        <p:spPr>
          <a:xfrm>
            <a:off x="184468" y="635000"/>
            <a:ext cx="11887200" cy="3571306"/>
          </a:xfrm>
          <a:prstGeom prst="rect">
            <a:avLst/>
          </a:prstGeom>
        </p:spPr>
      </p:pic>
      <p:pic>
        <p:nvPicPr>
          <p:cNvPr id="6" name="Picture 5" descr="region_heatmap.png"/>
          <p:cNvPicPr>
            <a:picLocks noChangeAspect="1"/>
          </p:cNvPicPr>
          <p:nvPr/>
        </p:nvPicPr>
        <p:blipFill>
          <a:blip r:embed="rId2"/>
          <a:stretch>
            <a:fillRect/>
          </a:stretch>
        </p:blipFill>
        <p:spPr>
          <a:xfrm>
            <a:off x="184468" y="3977639"/>
            <a:ext cx="7772400" cy="2827210"/>
          </a:xfrm>
          <a:prstGeom prst="rect">
            <a:avLst/>
          </a:prstGeom>
        </p:spPr>
      </p:pic>
      <p:sp>
        <p:nvSpPr>
          <p:cNvPr id="7" name="Rectangle 6"/>
          <p:cNvSpPr/>
          <p:nvPr/>
        </p:nvSpPr>
        <p:spPr>
          <a:xfrm>
            <a:off x="8445500" y="4614545"/>
            <a:ext cx="3564255" cy="155321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chemeClr val="tx1">
                    <a:lumMod val="85000"/>
                    <a:lumOff val="15000"/>
                  </a:schemeClr>
                </a:solidFill>
              </a:rPr>
              <a:t>Медиана возраста ~35 лет, соотношение полей ~52/48% и распределение регионов практически идентичны во всех кластерах</a:t>
            </a:r>
            <a:endParaRPr sz="1100" b="0">
              <a:solidFill>
                <a:schemeClr val="tx1">
                  <a:lumMod val="85000"/>
                  <a:lumOff val="1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sz="2800" b="1">
                <a:solidFill>
                  <a:srgbClr val="FFFFFF"/>
                </a:solidFill>
              </a:rPr>
              <a:t>HDBSCAN: профили кластеров </a:t>
            </a:r>
            <a:r>
              <a:rPr lang="en-US" sz="2800" b="1">
                <a:solidFill>
                  <a:srgbClr val="FFFFFF"/>
                </a:solidFill>
              </a:rPr>
              <a:t>(пе</a:t>
            </a:r>
            <a:r>
              <a:rPr lang="ru-RU" altLang="en-US" sz="2800" b="1">
                <a:solidFill>
                  <a:srgbClr val="FFFFFF"/>
                </a:solidFill>
              </a:rPr>
              <a:t>рвые 7)</a:t>
            </a:r>
            <a:endParaRPr lang="ru-RU" altLang="en-US" sz="2800" b="1">
              <a:solidFill>
                <a:srgbClr val="FFFFFF"/>
              </a:solidFill>
            </a:endParaRPr>
          </a:p>
        </p:txBody>
      </p:sp>
      <p:sp>
        <p:nvSpPr>
          <p:cNvPr id="4" name="TextBox 3"/>
          <p:cNvSpPr txBox="1"/>
          <p:nvPr/>
        </p:nvSpPr>
        <p:spPr>
          <a:xfrm>
            <a:off x="275908" y="713232"/>
            <a:ext cx="11430000" cy="306705"/>
          </a:xfrm>
          <a:prstGeom prst="rect">
            <a:avLst/>
          </a:prstGeom>
          <a:noFill/>
        </p:spPr>
        <p:txBody>
          <a:bodyPr wrap="square">
            <a:spAutoFit/>
          </a:bodyPr>
          <a:lstStyle/>
          <a:p>
            <a:pPr algn="l"/>
            <a:r>
              <a:rPr sz="1400" b="0">
                <a:solidFill>
                  <a:srgbClr val="99BBCC"/>
                </a:solidFill>
              </a:rPr>
              <a:t>Доминирующая категория и отклонения от среднего (без шумовых точек −1, 39.4%)</a:t>
            </a:r>
            <a:endParaRPr sz="1400" b="0">
              <a:solidFill>
                <a:srgbClr val="99BBCC"/>
              </a:solidFill>
            </a:endParaRPr>
          </a:p>
        </p:txBody>
      </p:sp>
      <p:sp>
        <p:nvSpPr>
          <p:cNvPr id="5" name="Rectangle 4"/>
          <p:cNvSpPr/>
          <p:nvPr/>
        </p:nvSpPr>
        <p:spPr>
          <a:xfrm>
            <a:off x="184468" y="1170432"/>
            <a:ext cx="566928" cy="658368"/>
          </a:xfrm>
          <a:prstGeom prst="rect">
            <a:avLst/>
          </a:prstGeom>
          <a:solidFill>
            <a:srgbClr val="4A8FA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К0</a:t>
            </a:r>
            <a:endParaRPr sz="1300" b="1">
              <a:solidFill>
                <a:srgbClr val="FFFFFF"/>
              </a:solidFill>
            </a:endParaRPr>
          </a:p>
        </p:txBody>
      </p:sp>
      <p:sp>
        <p:nvSpPr>
          <p:cNvPr id="6" name="Rectangle 5"/>
          <p:cNvSpPr/>
          <p:nvPr/>
        </p:nvSpPr>
        <p:spPr>
          <a:xfrm>
            <a:off x="184468" y="1828800"/>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6 285</a:t>
            </a:r>
            <a:endParaRPr sz="800" b="0">
              <a:solidFill>
                <a:srgbClr val="888888"/>
              </a:solidFill>
            </a:endParaRPr>
          </a:p>
        </p:txBody>
      </p:sp>
      <p:sp>
        <p:nvSpPr>
          <p:cNvPr id="7" name="Rectangle 6"/>
          <p:cNvSpPr/>
          <p:nvPr/>
        </p:nvSpPr>
        <p:spPr>
          <a:xfrm>
            <a:off x="806260" y="1170432"/>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Новостной</a:t>
            </a:r>
            <a:endParaRPr sz="900" b="1">
              <a:solidFill>
                <a:srgbClr val="282828"/>
              </a:solidFill>
            </a:endParaRPr>
          </a:p>
        </p:txBody>
      </p:sp>
      <p:sp>
        <p:nvSpPr>
          <p:cNvPr id="8" name="TextBox 7"/>
          <p:cNvSpPr txBox="1"/>
          <p:nvPr/>
        </p:nvSpPr>
        <p:spPr>
          <a:xfrm>
            <a:off x="806259" y="1536192"/>
            <a:ext cx="5120640" cy="213995"/>
          </a:xfrm>
          <a:prstGeom prst="rect">
            <a:avLst/>
          </a:prstGeom>
          <a:noFill/>
        </p:spPr>
        <p:txBody>
          <a:bodyPr wrap="square">
            <a:spAutoFit/>
          </a:bodyPr>
          <a:lstStyle/>
          <a:p>
            <a:pPr algn="l"/>
            <a:r>
              <a:rPr sz="800" b="0">
                <a:solidFill>
                  <a:srgbClr val="307050"/>
                </a:solidFill>
              </a:rPr>
              <a:t>↑  Новости и СМИ +0.053</a:t>
            </a:r>
            <a:endParaRPr sz="800" b="0">
              <a:solidFill>
                <a:srgbClr val="307050"/>
              </a:solidFill>
            </a:endParaRPr>
          </a:p>
        </p:txBody>
      </p:sp>
      <p:sp>
        <p:nvSpPr>
          <p:cNvPr id="9" name="TextBox 8"/>
          <p:cNvSpPr txBox="1"/>
          <p:nvPr/>
        </p:nvSpPr>
        <p:spPr>
          <a:xfrm>
            <a:off x="806259" y="1975104"/>
            <a:ext cx="5120640" cy="213995"/>
          </a:xfrm>
          <a:prstGeom prst="rect">
            <a:avLst/>
          </a:prstGeom>
          <a:noFill/>
        </p:spPr>
        <p:txBody>
          <a:bodyPr wrap="square">
            <a:spAutoFit/>
          </a:bodyPr>
          <a:lstStyle/>
          <a:p>
            <a:pPr algn="l"/>
            <a:r>
              <a:rPr sz="800" b="0">
                <a:solidFill>
                  <a:srgbClr val="888888"/>
                </a:solidFill>
              </a:rPr>
              <a:t>↓  Спорт −0.009, Ювелирные −0.006</a:t>
            </a:r>
            <a:endParaRPr sz="800" b="0">
              <a:solidFill>
                <a:srgbClr val="888888"/>
              </a:solidFill>
            </a:endParaRPr>
          </a:p>
        </p:txBody>
      </p:sp>
      <p:sp>
        <p:nvSpPr>
          <p:cNvPr id="10" name="Rectangle 9"/>
          <p:cNvSpPr/>
          <p:nvPr/>
        </p:nvSpPr>
        <p:spPr>
          <a:xfrm>
            <a:off x="6265228" y="1170432"/>
            <a:ext cx="566928" cy="658368"/>
          </a:xfrm>
          <a:prstGeom prst="rect">
            <a:avLst/>
          </a:prstGeom>
          <a:solidFill>
            <a:srgbClr val="5A7A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К1</a:t>
            </a:r>
            <a:endParaRPr sz="1300" b="1">
              <a:solidFill>
                <a:srgbClr val="FFFFFF"/>
              </a:solidFill>
            </a:endParaRPr>
          </a:p>
        </p:txBody>
      </p:sp>
      <p:sp>
        <p:nvSpPr>
          <p:cNvPr id="11" name="Rectangle 10"/>
          <p:cNvSpPr/>
          <p:nvPr/>
        </p:nvSpPr>
        <p:spPr>
          <a:xfrm>
            <a:off x="6265228" y="1828800"/>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1 903</a:t>
            </a:r>
            <a:endParaRPr sz="800" b="0">
              <a:solidFill>
                <a:srgbClr val="888888"/>
              </a:solidFill>
            </a:endParaRPr>
          </a:p>
        </p:txBody>
      </p:sp>
      <p:sp>
        <p:nvSpPr>
          <p:cNvPr id="12" name="Rectangle 11"/>
          <p:cNvSpPr/>
          <p:nvPr/>
        </p:nvSpPr>
        <p:spPr>
          <a:xfrm>
            <a:off x="6887020" y="1170432"/>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Ресторанный</a:t>
            </a:r>
            <a:endParaRPr sz="900" b="1">
              <a:solidFill>
                <a:srgbClr val="282828"/>
              </a:solidFill>
            </a:endParaRPr>
          </a:p>
        </p:txBody>
      </p:sp>
      <p:sp>
        <p:nvSpPr>
          <p:cNvPr id="13" name="TextBox 12"/>
          <p:cNvSpPr txBox="1"/>
          <p:nvPr/>
        </p:nvSpPr>
        <p:spPr>
          <a:xfrm>
            <a:off x="6887020" y="1536192"/>
            <a:ext cx="5120640" cy="213995"/>
          </a:xfrm>
          <a:prstGeom prst="rect">
            <a:avLst/>
          </a:prstGeom>
          <a:noFill/>
        </p:spPr>
        <p:txBody>
          <a:bodyPr wrap="square">
            <a:spAutoFit/>
          </a:bodyPr>
          <a:lstStyle/>
          <a:p>
            <a:pPr algn="l"/>
            <a:r>
              <a:rPr sz="800" b="0">
                <a:solidFill>
                  <a:srgbClr val="307050"/>
                </a:solidFill>
              </a:rPr>
              <a:t>↑  Кафе и рестораны +0.057</a:t>
            </a:r>
            <a:endParaRPr sz="800" b="0">
              <a:solidFill>
                <a:srgbClr val="307050"/>
              </a:solidFill>
            </a:endParaRPr>
          </a:p>
        </p:txBody>
      </p:sp>
      <p:sp>
        <p:nvSpPr>
          <p:cNvPr id="14" name="TextBox 13"/>
          <p:cNvSpPr txBox="1"/>
          <p:nvPr/>
        </p:nvSpPr>
        <p:spPr>
          <a:xfrm>
            <a:off x="6887020" y="1975104"/>
            <a:ext cx="5120640" cy="213995"/>
          </a:xfrm>
          <a:prstGeom prst="rect">
            <a:avLst/>
          </a:prstGeom>
          <a:noFill/>
        </p:spPr>
        <p:txBody>
          <a:bodyPr wrap="square">
            <a:spAutoFit/>
          </a:bodyPr>
          <a:lstStyle/>
          <a:p>
            <a:pPr algn="l"/>
            <a:r>
              <a:rPr sz="800" b="0">
                <a:solidFill>
                  <a:srgbClr val="888888"/>
                </a:solidFill>
              </a:rPr>
              <a:t>↓  Медицина −0.018, Книги −0.015</a:t>
            </a:r>
            <a:endParaRPr sz="800" b="0">
              <a:solidFill>
                <a:srgbClr val="888888"/>
              </a:solidFill>
            </a:endParaRPr>
          </a:p>
        </p:txBody>
      </p:sp>
      <p:sp>
        <p:nvSpPr>
          <p:cNvPr id="15" name="Rectangle 14"/>
          <p:cNvSpPr/>
          <p:nvPr/>
        </p:nvSpPr>
        <p:spPr>
          <a:xfrm>
            <a:off x="184468" y="2432304"/>
            <a:ext cx="566928" cy="658368"/>
          </a:xfrm>
          <a:prstGeom prst="rect">
            <a:avLst/>
          </a:prstGeom>
          <a:solidFill>
            <a:srgbClr val="7A6A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К2</a:t>
            </a:r>
            <a:endParaRPr sz="1300" b="1">
              <a:solidFill>
                <a:srgbClr val="FFFFFF"/>
              </a:solidFill>
            </a:endParaRPr>
          </a:p>
        </p:txBody>
      </p:sp>
      <p:sp>
        <p:nvSpPr>
          <p:cNvPr id="16" name="Rectangle 15"/>
          <p:cNvSpPr/>
          <p:nvPr/>
        </p:nvSpPr>
        <p:spPr>
          <a:xfrm>
            <a:off x="184468" y="3090672"/>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2 262</a:t>
            </a:r>
            <a:endParaRPr sz="800" b="0">
              <a:solidFill>
                <a:srgbClr val="888888"/>
              </a:solidFill>
            </a:endParaRPr>
          </a:p>
        </p:txBody>
      </p:sp>
      <p:sp>
        <p:nvSpPr>
          <p:cNvPr id="17" name="Rectangle 16"/>
          <p:cNvSpPr/>
          <p:nvPr/>
        </p:nvSpPr>
        <p:spPr>
          <a:xfrm>
            <a:off x="806260" y="2432304"/>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Недвижимость</a:t>
            </a:r>
            <a:endParaRPr sz="900" b="1">
              <a:solidFill>
                <a:srgbClr val="282828"/>
              </a:solidFill>
            </a:endParaRPr>
          </a:p>
        </p:txBody>
      </p:sp>
      <p:sp>
        <p:nvSpPr>
          <p:cNvPr id="18" name="TextBox 17"/>
          <p:cNvSpPr txBox="1"/>
          <p:nvPr/>
        </p:nvSpPr>
        <p:spPr>
          <a:xfrm>
            <a:off x="806259" y="2798064"/>
            <a:ext cx="5120640" cy="213995"/>
          </a:xfrm>
          <a:prstGeom prst="rect">
            <a:avLst/>
          </a:prstGeom>
          <a:noFill/>
        </p:spPr>
        <p:txBody>
          <a:bodyPr wrap="square">
            <a:spAutoFit/>
          </a:bodyPr>
          <a:lstStyle/>
          <a:p>
            <a:pPr algn="l"/>
            <a:r>
              <a:rPr sz="800" b="0">
                <a:solidFill>
                  <a:srgbClr val="307050"/>
                </a:solidFill>
              </a:rPr>
              <a:t>↑  Недвижимость +0.068</a:t>
            </a:r>
            <a:endParaRPr sz="800" b="0">
              <a:solidFill>
                <a:srgbClr val="307050"/>
              </a:solidFill>
            </a:endParaRPr>
          </a:p>
        </p:txBody>
      </p:sp>
      <p:sp>
        <p:nvSpPr>
          <p:cNvPr id="19" name="TextBox 18"/>
          <p:cNvSpPr txBox="1"/>
          <p:nvPr/>
        </p:nvSpPr>
        <p:spPr>
          <a:xfrm>
            <a:off x="806259" y="3236976"/>
            <a:ext cx="5120640" cy="213995"/>
          </a:xfrm>
          <a:prstGeom prst="rect">
            <a:avLst/>
          </a:prstGeom>
          <a:noFill/>
        </p:spPr>
        <p:txBody>
          <a:bodyPr wrap="square">
            <a:spAutoFit/>
          </a:bodyPr>
          <a:lstStyle/>
          <a:p>
            <a:pPr algn="l"/>
            <a:r>
              <a:rPr sz="800" b="0">
                <a:solidFill>
                  <a:srgbClr val="888888"/>
                </a:solidFill>
              </a:rPr>
              <a:t>↓  Медицина −0.019, Книги −0.018</a:t>
            </a:r>
            <a:endParaRPr sz="800" b="0">
              <a:solidFill>
                <a:srgbClr val="888888"/>
              </a:solidFill>
            </a:endParaRPr>
          </a:p>
        </p:txBody>
      </p:sp>
      <p:sp>
        <p:nvSpPr>
          <p:cNvPr id="20" name="Rectangle 19"/>
          <p:cNvSpPr/>
          <p:nvPr/>
        </p:nvSpPr>
        <p:spPr>
          <a:xfrm>
            <a:off x="6265228" y="2432304"/>
            <a:ext cx="566928" cy="658368"/>
          </a:xfrm>
          <a:prstGeom prst="rect">
            <a:avLst/>
          </a:prstGeom>
          <a:solidFill>
            <a:srgbClr val="6A8A7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К3</a:t>
            </a:r>
            <a:endParaRPr sz="1300" b="1">
              <a:solidFill>
                <a:srgbClr val="FFFFFF"/>
              </a:solidFill>
            </a:endParaRPr>
          </a:p>
        </p:txBody>
      </p:sp>
      <p:sp>
        <p:nvSpPr>
          <p:cNvPr id="21" name="Rectangle 20"/>
          <p:cNvSpPr/>
          <p:nvPr/>
        </p:nvSpPr>
        <p:spPr>
          <a:xfrm>
            <a:off x="6265228" y="3090672"/>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652</a:t>
            </a:r>
            <a:endParaRPr sz="800" b="0">
              <a:solidFill>
                <a:srgbClr val="888888"/>
              </a:solidFill>
            </a:endParaRPr>
          </a:p>
        </p:txBody>
      </p:sp>
      <p:sp>
        <p:nvSpPr>
          <p:cNvPr id="22" name="Rectangle 21"/>
          <p:cNvSpPr/>
          <p:nvPr/>
        </p:nvSpPr>
        <p:spPr>
          <a:xfrm>
            <a:off x="6887020" y="2432304"/>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Медицина+Риелтор</a:t>
            </a:r>
            <a:endParaRPr sz="900" b="1">
              <a:solidFill>
                <a:srgbClr val="282828"/>
              </a:solidFill>
            </a:endParaRPr>
          </a:p>
        </p:txBody>
      </p:sp>
      <p:sp>
        <p:nvSpPr>
          <p:cNvPr id="23" name="TextBox 22"/>
          <p:cNvSpPr txBox="1"/>
          <p:nvPr/>
        </p:nvSpPr>
        <p:spPr>
          <a:xfrm>
            <a:off x="6887020" y="2798064"/>
            <a:ext cx="5120640" cy="213995"/>
          </a:xfrm>
          <a:prstGeom prst="rect">
            <a:avLst/>
          </a:prstGeom>
          <a:noFill/>
        </p:spPr>
        <p:txBody>
          <a:bodyPr wrap="square">
            <a:spAutoFit/>
          </a:bodyPr>
          <a:lstStyle/>
          <a:p>
            <a:pPr algn="l"/>
            <a:r>
              <a:rPr sz="800" b="0">
                <a:solidFill>
                  <a:srgbClr val="307050"/>
                </a:solidFill>
              </a:rPr>
              <a:t>↑  Медицина +0.059, Недвижимость +0.055</a:t>
            </a:r>
            <a:endParaRPr sz="800" b="0">
              <a:solidFill>
                <a:srgbClr val="307050"/>
              </a:solidFill>
            </a:endParaRPr>
          </a:p>
        </p:txBody>
      </p:sp>
      <p:sp>
        <p:nvSpPr>
          <p:cNvPr id="24" name="TextBox 23"/>
          <p:cNvSpPr txBox="1"/>
          <p:nvPr/>
        </p:nvSpPr>
        <p:spPr>
          <a:xfrm>
            <a:off x="6887020" y="3236976"/>
            <a:ext cx="5120640" cy="213995"/>
          </a:xfrm>
          <a:prstGeom prst="rect">
            <a:avLst/>
          </a:prstGeom>
          <a:noFill/>
        </p:spPr>
        <p:txBody>
          <a:bodyPr wrap="square">
            <a:spAutoFit/>
          </a:bodyPr>
          <a:lstStyle/>
          <a:p>
            <a:pPr algn="l"/>
            <a:r>
              <a:rPr sz="800" b="0">
                <a:solidFill>
                  <a:srgbClr val="888888"/>
                </a:solidFill>
              </a:rPr>
              <a:t>↓  Книги −0.018, Новости −0.015</a:t>
            </a:r>
            <a:endParaRPr sz="800" b="0">
              <a:solidFill>
                <a:srgbClr val="888888"/>
              </a:solidFill>
            </a:endParaRPr>
          </a:p>
        </p:txBody>
      </p:sp>
      <p:sp>
        <p:nvSpPr>
          <p:cNvPr id="25" name="Rectangle 24"/>
          <p:cNvSpPr/>
          <p:nvPr/>
        </p:nvSpPr>
        <p:spPr>
          <a:xfrm>
            <a:off x="184468" y="3694176"/>
            <a:ext cx="566928" cy="658368"/>
          </a:xfrm>
          <a:prstGeom prst="rect">
            <a:avLst/>
          </a:prstGeom>
          <a:solidFill>
            <a:srgbClr val="88787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К4</a:t>
            </a:r>
            <a:endParaRPr sz="1300" b="1">
              <a:solidFill>
                <a:srgbClr val="FFFFFF"/>
              </a:solidFill>
            </a:endParaRPr>
          </a:p>
        </p:txBody>
      </p:sp>
      <p:sp>
        <p:nvSpPr>
          <p:cNvPr id="26" name="Rectangle 25"/>
          <p:cNvSpPr/>
          <p:nvPr/>
        </p:nvSpPr>
        <p:spPr>
          <a:xfrm>
            <a:off x="184468" y="4352544"/>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600</a:t>
            </a:r>
            <a:endParaRPr sz="800" b="0">
              <a:solidFill>
                <a:srgbClr val="888888"/>
              </a:solidFill>
            </a:endParaRPr>
          </a:p>
        </p:txBody>
      </p:sp>
      <p:sp>
        <p:nvSpPr>
          <p:cNvPr id="27" name="Rectangle 26"/>
          <p:cNvSpPr/>
          <p:nvPr/>
        </p:nvSpPr>
        <p:spPr>
          <a:xfrm>
            <a:off x="806260" y="3694176"/>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Игровой</a:t>
            </a:r>
            <a:endParaRPr sz="900" b="1">
              <a:solidFill>
                <a:srgbClr val="282828"/>
              </a:solidFill>
            </a:endParaRPr>
          </a:p>
        </p:txBody>
      </p:sp>
      <p:sp>
        <p:nvSpPr>
          <p:cNvPr id="28" name="TextBox 27"/>
          <p:cNvSpPr txBox="1"/>
          <p:nvPr/>
        </p:nvSpPr>
        <p:spPr>
          <a:xfrm>
            <a:off x="806259" y="4059936"/>
            <a:ext cx="5120640" cy="213995"/>
          </a:xfrm>
          <a:prstGeom prst="rect">
            <a:avLst/>
          </a:prstGeom>
          <a:noFill/>
        </p:spPr>
        <p:txBody>
          <a:bodyPr wrap="square">
            <a:spAutoFit/>
          </a:bodyPr>
          <a:lstStyle/>
          <a:p>
            <a:pPr algn="l"/>
            <a:r>
              <a:rPr sz="800" b="0">
                <a:solidFill>
                  <a:srgbClr val="307050"/>
                </a:solidFill>
              </a:rPr>
              <a:t>↑  Игры +0.076, Спорт +0.022</a:t>
            </a:r>
            <a:endParaRPr sz="800" b="0">
              <a:solidFill>
                <a:srgbClr val="307050"/>
              </a:solidFill>
            </a:endParaRPr>
          </a:p>
        </p:txBody>
      </p:sp>
      <p:sp>
        <p:nvSpPr>
          <p:cNvPr id="29" name="TextBox 28"/>
          <p:cNvSpPr txBox="1"/>
          <p:nvPr/>
        </p:nvSpPr>
        <p:spPr>
          <a:xfrm>
            <a:off x="806259" y="4498848"/>
            <a:ext cx="5120640" cy="213995"/>
          </a:xfrm>
          <a:prstGeom prst="rect">
            <a:avLst/>
          </a:prstGeom>
          <a:noFill/>
        </p:spPr>
        <p:txBody>
          <a:bodyPr wrap="square">
            <a:spAutoFit/>
          </a:bodyPr>
          <a:lstStyle/>
          <a:p>
            <a:pPr algn="l"/>
            <a:r>
              <a:rPr sz="800" b="0">
                <a:solidFill>
                  <a:srgbClr val="888888"/>
                </a:solidFill>
              </a:rPr>
              <a:t>↓  Недвижимость −0.021, Одежда −0.021</a:t>
            </a:r>
            <a:endParaRPr sz="800" b="0">
              <a:solidFill>
                <a:srgbClr val="888888"/>
              </a:solidFill>
            </a:endParaRPr>
          </a:p>
        </p:txBody>
      </p:sp>
      <p:sp>
        <p:nvSpPr>
          <p:cNvPr id="30" name="Rectangle 29"/>
          <p:cNvSpPr/>
          <p:nvPr/>
        </p:nvSpPr>
        <p:spPr>
          <a:xfrm>
            <a:off x="6265228" y="3694176"/>
            <a:ext cx="566928" cy="658368"/>
          </a:xfrm>
          <a:prstGeom prst="rect">
            <a:avLst/>
          </a:prstGeom>
          <a:solidFill>
            <a:srgbClr val="5A9E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К5</a:t>
            </a:r>
            <a:endParaRPr sz="1300" b="1">
              <a:solidFill>
                <a:srgbClr val="FFFFFF"/>
              </a:solidFill>
            </a:endParaRPr>
          </a:p>
        </p:txBody>
      </p:sp>
      <p:sp>
        <p:nvSpPr>
          <p:cNvPr id="31" name="Rectangle 30"/>
          <p:cNvSpPr/>
          <p:nvPr/>
        </p:nvSpPr>
        <p:spPr>
          <a:xfrm>
            <a:off x="6265228" y="4352544"/>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877</a:t>
            </a:r>
            <a:endParaRPr sz="800" b="0">
              <a:solidFill>
                <a:srgbClr val="888888"/>
              </a:solidFill>
            </a:endParaRPr>
          </a:p>
        </p:txBody>
      </p:sp>
      <p:sp>
        <p:nvSpPr>
          <p:cNvPr id="32" name="Rectangle 31"/>
          <p:cNvSpPr/>
          <p:nvPr/>
        </p:nvSpPr>
        <p:spPr>
          <a:xfrm>
            <a:off x="6887020" y="3694176"/>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Модный</a:t>
            </a:r>
            <a:endParaRPr sz="900" b="1">
              <a:solidFill>
                <a:srgbClr val="282828"/>
              </a:solidFill>
            </a:endParaRPr>
          </a:p>
        </p:txBody>
      </p:sp>
      <p:sp>
        <p:nvSpPr>
          <p:cNvPr id="33" name="TextBox 32"/>
          <p:cNvSpPr txBox="1"/>
          <p:nvPr/>
        </p:nvSpPr>
        <p:spPr>
          <a:xfrm>
            <a:off x="6887020" y="4059936"/>
            <a:ext cx="5120640" cy="213995"/>
          </a:xfrm>
          <a:prstGeom prst="rect">
            <a:avLst/>
          </a:prstGeom>
          <a:noFill/>
        </p:spPr>
        <p:txBody>
          <a:bodyPr wrap="square">
            <a:spAutoFit/>
          </a:bodyPr>
          <a:lstStyle/>
          <a:p>
            <a:pPr algn="l"/>
            <a:r>
              <a:rPr sz="800" b="0">
                <a:solidFill>
                  <a:srgbClr val="307050"/>
                </a:solidFill>
              </a:rPr>
              <a:t>↑  Одежда +0.077, Спорт +0.013</a:t>
            </a:r>
            <a:endParaRPr sz="800" b="0">
              <a:solidFill>
                <a:srgbClr val="307050"/>
              </a:solidFill>
            </a:endParaRPr>
          </a:p>
        </p:txBody>
      </p:sp>
      <p:sp>
        <p:nvSpPr>
          <p:cNvPr id="34" name="TextBox 33"/>
          <p:cNvSpPr txBox="1"/>
          <p:nvPr/>
        </p:nvSpPr>
        <p:spPr>
          <a:xfrm>
            <a:off x="6887020" y="4498848"/>
            <a:ext cx="5120640" cy="213995"/>
          </a:xfrm>
          <a:prstGeom prst="rect">
            <a:avLst/>
          </a:prstGeom>
          <a:noFill/>
        </p:spPr>
        <p:txBody>
          <a:bodyPr wrap="square">
            <a:spAutoFit/>
          </a:bodyPr>
          <a:lstStyle/>
          <a:p>
            <a:pPr algn="l"/>
            <a:r>
              <a:rPr sz="800" b="0">
                <a:solidFill>
                  <a:srgbClr val="888888"/>
                </a:solidFill>
              </a:rPr>
              <a:t>↓  Дом и сад −0.021, Недвижимость −0.020</a:t>
            </a:r>
            <a:endParaRPr sz="800" b="0">
              <a:solidFill>
                <a:srgbClr val="888888"/>
              </a:solidFill>
            </a:endParaRPr>
          </a:p>
        </p:txBody>
      </p:sp>
      <p:sp>
        <p:nvSpPr>
          <p:cNvPr id="35" name="Rectangle 34"/>
          <p:cNvSpPr/>
          <p:nvPr/>
        </p:nvSpPr>
        <p:spPr>
          <a:xfrm>
            <a:off x="184468" y="4956048"/>
            <a:ext cx="566928" cy="658368"/>
          </a:xfrm>
          <a:prstGeom prst="rect">
            <a:avLst/>
          </a:prstGeom>
          <a:solidFill>
            <a:srgbClr val="80809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К6</a:t>
            </a:r>
            <a:endParaRPr sz="1300" b="1">
              <a:solidFill>
                <a:srgbClr val="FFFFFF"/>
              </a:solidFill>
            </a:endParaRPr>
          </a:p>
        </p:txBody>
      </p:sp>
      <p:sp>
        <p:nvSpPr>
          <p:cNvPr id="36" name="Rectangle 35"/>
          <p:cNvSpPr/>
          <p:nvPr/>
        </p:nvSpPr>
        <p:spPr>
          <a:xfrm>
            <a:off x="184468" y="5614416"/>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475</a:t>
            </a:r>
            <a:endParaRPr sz="800" b="0">
              <a:solidFill>
                <a:srgbClr val="888888"/>
              </a:solidFill>
            </a:endParaRPr>
          </a:p>
        </p:txBody>
      </p:sp>
      <p:sp>
        <p:nvSpPr>
          <p:cNvPr id="37" name="Rectangle 36"/>
          <p:cNvSpPr/>
          <p:nvPr/>
        </p:nvSpPr>
        <p:spPr>
          <a:xfrm>
            <a:off x="806260" y="4956048"/>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Медицина+Книги</a:t>
            </a:r>
            <a:endParaRPr sz="900" b="1">
              <a:solidFill>
                <a:srgbClr val="282828"/>
              </a:solidFill>
            </a:endParaRPr>
          </a:p>
        </p:txBody>
      </p:sp>
      <p:sp>
        <p:nvSpPr>
          <p:cNvPr id="38" name="TextBox 37"/>
          <p:cNvSpPr txBox="1"/>
          <p:nvPr/>
        </p:nvSpPr>
        <p:spPr>
          <a:xfrm>
            <a:off x="806259" y="5321808"/>
            <a:ext cx="5120640" cy="213995"/>
          </a:xfrm>
          <a:prstGeom prst="rect">
            <a:avLst/>
          </a:prstGeom>
          <a:noFill/>
        </p:spPr>
        <p:txBody>
          <a:bodyPr wrap="square">
            <a:spAutoFit/>
          </a:bodyPr>
          <a:lstStyle/>
          <a:p>
            <a:pPr algn="l"/>
            <a:r>
              <a:rPr sz="800" b="0">
                <a:solidFill>
                  <a:srgbClr val="307050"/>
                </a:solidFill>
              </a:rPr>
              <a:t>↑  Медицина +0.064, Книги +0.059</a:t>
            </a:r>
            <a:endParaRPr sz="800" b="0">
              <a:solidFill>
                <a:srgbClr val="307050"/>
              </a:solidFill>
            </a:endParaRPr>
          </a:p>
        </p:txBody>
      </p:sp>
      <p:sp>
        <p:nvSpPr>
          <p:cNvPr id="39" name="TextBox 38"/>
          <p:cNvSpPr txBox="1"/>
          <p:nvPr/>
        </p:nvSpPr>
        <p:spPr>
          <a:xfrm>
            <a:off x="806259" y="5760720"/>
            <a:ext cx="5120640" cy="213995"/>
          </a:xfrm>
          <a:prstGeom prst="rect">
            <a:avLst/>
          </a:prstGeom>
          <a:noFill/>
        </p:spPr>
        <p:txBody>
          <a:bodyPr wrap="square">
            <a:spAutoFit/>
          </a:bodyPr>
          <a:lstStyle/>
          <a:p>
            <a:pPr algn="l"/>
            <a:r>
              <a:rPr sz="800" b="0">
                <a:solidFill>
                  <a:srgbClr val="888888"/>
                </a:solidFill>
              </a:rPr>
              <a:t>↓  Недвижимость −0.018, Новости −0.016</a:t>
            </a:r>
            <a:endParaRPr sz="800" b="0">
              <a:solidFill>
                <a:srgbClr val="888888"/>
              </a:solidFill>
            </a:endParaRPr>
          </a:p>
        </p:txBody>
      </p:sp>
      <p:sp>
        <p:nvSpPr>
          <p:cNvPr id="40" name="Rectangle 39"/>
          <p:cNvSpPr/>
          <p:nvPr/>
        </p:nvSpPr>
        <p:spPr>
          <a:xfrm>
            <a:off x="6265228" y="4956048"/>
            <a:ext cx="566928" cy="658368"/>
          </a:xfrm>
          <a:prstGeom prst="rect">
            <a:avLst/>
          </a:prstGeom>
          <a:solidFill>
            <a:srgbClr val="6A78A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К7</a:t>
            </a:r>
            <a:endParaRPr sz="1300" b="1">
              <a:solidFill>
                <a:srgbClr val="FFFFFF"/>
              </a:solidFill>
            </a:endParaRPr>
          </a:p>
        </p:txBody>
      </p:sp>
      <p:sp>
        <p:nvSpPr>
          <p:cNvPr id="41" name="Rectangle 40"/>
          <p:cNvSpPr/>
          <p:nvPr/>
        </p:nvSpPr>
        <p:spPr>
          <a:xfrm>
            <a:off x="6265228" y="5614416"/>
            <a:ext cx="566928" cy="58521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888888"/>
                </a:solidFill>
              </a:rPr>
              <a:t>2 040</a:t>
            </a:r>
            <a:endParaRPr sz="800" b="0">
              <a:solidFill>
                <a:srgbClr val="888888"/>
              </a:solidFill>
            </a:endParaRPr>
          </a:p>
        </p:txBody>
      </p:sp>
      <p:sp>
        <p:nvSpPr>
          <p:cNvPr id="42" name="Rectangle 41"/>
          <p:cNvSpPr/>
          <p:nvPr/>
        </p:nvSpPr>
        <p:spPr>
          <a:xfrm>
            <a:off x="6887020" y="4956048"/>
            <a:ext cx="5120640" cy="347472"/>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282828"/>
                </a:solidFill>
              </a:rPr>
              <a:t>Медицинский</a:t>
            </a:r>
            <a:endParaRPr sz="900" b="1">
              <a:solidFill>
                <a:srgbClr val="282828"/>
              </a:solidFill>
            </a:endParaRPr>
          </a:p>
        </p:txBody>
      </p:sp>
      <p:sp>
        <p:nvSpPr>
          <p:cNvPr id="43" name="TextBox 42"/>
          <p:cNvSpPr txBox="1"/>
          <p:nvPr/>
        </p:nvSpPr>
        <p:spPr>
          <a:xfrm>
            <a:off x="6887020" y="5321808"/>
            <a:ext cx="5120640" cy="213995"/>
          </a:xfrm>
          <a:prstGeom prst="rect">
            <a:avLst/>
          </a:prstGeom>
          <a:noFill/>
        </p:spPr>
        <p:txBody>
          <a:bodyPr wrap="square">
            <a:spAutoFit/>
          </a:bodyPr>
          <a:lstStyle/>
          <a:p>
            <a:pPr algn="l"/>
            <a:r>
              <a:rPr sz="800" b="0">
                <a:solidFill>
                  <a:srgbClr val="307050"/>
                </a:solidFill>
              </a:rPr>
              <a:t>↑  Медицина и аптеки +0.073</a:t>
            </a:r>
            <a:endParaRPr sz="800" b="0">
              <a:solidFill>
                <a:srgbClr val="307050"/>
              </a:solidFill>
            </a:endParaRPr>
          </a:p>
        </p:txBody>
      </p:sp>
      <p:sp>
        <p:nvSpPr>
          <p:cNvPr id="44" name="TextBox 43"/>
          <p:cNvSpPr txBox="1"/>
          <p:nvPr/>
        </p:nvSpPr>
        <p:spPr>
          <a:xfrm>
            <a:off x="6887020" y="5760720"/>
            <a:ext cx="5120640" cy="213995"/>
          </a:xfrm>
          <a:prstGeom prst="rect">
            <a:avLst/>
          </a:prstGeom>
          <a:noFill/>
        </p:spPr>
        <p:txBody>
          <a:bodyPr wrap="square">
            <a:spAutoFit/>
          </a:bodyPr>
          <a:lstStyle/>
          <a:p>
            <a:pPr algn="l"/>
            <a:r>
              <a:rPr sz="800" b="0">
                <a:solidFill>
                  <a:srgbClr val="888888"/>
                </a:solidFill>
              </a:rPr>
              <a:t>↓  Недвижимость −0.019, Книги −0.018</a:t>
            </a:r>
            <a:endParaRPr sz="800" b="0">
              <a:solidFill>
                <a:srgbClr val="8888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lang="ru-RU" sz="2800" b="1">
                <a:solidFill>
                  <a:srgbClr val="FFFFFF"/>
                </a:solidFill>
              </a:rPr>
              <a:t>Р</a:t>
            </a:r>
            <a:r>
              <a:rPr sz="2800" b="1">
                <a:solidFill>
                  <a:srgbClr val="FFFFFF"/>
                </a:solidFill>
              </a:rPr>
              <a:t>езультаты и оценка качества</a:t>
            </a:r>
            <a:endParaRPr sz="2800" b="1">
              <a:solidFill>
                <a:srgbClr val="FFFFFF"/>
              </a:solidFill>
            </a:endParaRPr>
          </a:p>
        </p:txBody>
      </p:sp>
      <p:sp>
        <p:nvSpPr>
          <p:cNvPr id="4" name="TextBox 3"/>
          <p:cNvSpPr txBox="1"/>
          <p:nvPr/>
        </p:nvSpPr>
        <p:spPr>
          <a:xfrm>
            <a:off x="275908" y="713232"/>
            <a:ext cx="11430000" cy="306705"/>
          </a:xfrm>
          <a:prstGeom prst="rect">
            <a:avLst/>
          </a:prstGeom>
          <a:noFill/>
        </p:spPr>
        <p:txBody>
          <a:bodyPr wrap="square">
            <a:spAutoFit/>
          </a:bodyPr>
          <a:lstStyle/>
          <a:p>
            <a:pPr algn="l"/>
            <a:r>
              <a:rPr sz="1400" b="0">
                <a:solidFill>
                  <a:srgbClr val="99BBCC"/>
                </a:solidFill>
              </a:rPr>
              <a:t>Кластеризация на основе плотности</a:t>
            </a:r>
            <a:endParaRPr sz="1400" b="0">
              <a:solidFill>
                <a:srgbClr val="99BBCC"/>
              </a:solidFill>
            </a:endParaRPr>
          </a:p>
        </p:txBody>
      </p:sp>
      <p:pic>
        <p:nvPicPr>
          <p:cNvPr id="5" name="Picture 4" descr="hdbscan_scatter.png"/>
          <p:cNvPicPr>
            <a:picLocks noChangeAspect="1"/>
          </p:cNvPicPr>
          <p:nvPr/>
        </p:nvPicPr>
        <p:blipFill>
          <a:blip r:embed="rId1"/>
          <a:stretch>
            <a:fillRect/>
          </a:stretch>
        </p:blipFill>
        <p:spPr>
          <a:xfrm>
            <a:off x="184785" y="1143000"/>
            <a:ext cx="8067040" cy="2931160"/>
          </a:xfrm>
          <a:prstGeom prst="rect">
            <a:avLst/>
          </a:prstGeom>
        </p:spPr>
      </p:pic>
      <p:sp>
        <p:nvSpPr>
          <p:cNvPr id="10" name="TextBox 9"/>
          <p:cNvSpPr txBox="1"/>
          <p:nvPr/>
        </p:nvSpPr>
        <p:spPr>
          <a:xfrm>
            <a:off x="8414068" y="1660524"/>
            <a:ext cx="3566160" cy="291465"/>
          </a:xfrm>
          <a:prstGeom prst="rect">
            <a:avLst/>
          </a:prstGeom>
          <a:noFill/>
        </p:spPr>
        <p:txBody>
          <a:bodyPr wrap="square">
            <a:spAutoFit/>
          </a:bodyPr>
          <a:lstStyle/>
          <a:p>
            <a:pPr algn="l"/>
            <a:r>
              <a:rPr sz="1300" b="1">
                <a:solidFill>
                  <a:srgbClr val="282828"/>
                </a:solidFill>
              </a:rPr>
              <a:t>Сравнение метрик качества</a:t>
            </a:r>
            <a:endParaRPr sz="1300" b="1">
              <a:solidFill>
                <a:srgbClr val="282828"/>
              </a:solidFill>
            </a:endParaRPr>
          </a:p>
        </p:txBody>
      </p:sp>
      <p:graphicFrame>
        <p:nvGraphicFramePr>
          <p:cNvPr id="11" name="Table 10"/>
          <p:cNvGraphicFramePr>
            <a:graphicFrameLocks noGrp="1"/>
          </p:cNvGraphicFramePr>
          <p:nvPr/>
        </p:nvGraphicFramePr>
        <p:xfrm>
          <a:off x="8414068" y="2072005"/>
          <a:ext cx="3566160" cy="1428750"/>
        </p:xfrm>
        <a:graphic>
          <a:graphicData uri="http://schemas.openxmlformats.org/drawingml/2006/table">
            <a:tbl>
              <a:tblPr firstRow="1" bandRow="1">
                <a:tableStyleId>{5C22544A-7EE6-4342-B048-85BDC9FD1C3A}</a:tableStyleId>
              </a:tblPr>
              <a:tblGrid>
                <a:gridCol w="1188720"/>
                <a:gridCol w="1188720"/>
                <a:gridCol w="1188720"/>
              </a:tblGrid>
              <a:tr h="344170">
                <a:tc>
                  <a:txBody>
                    <a:bodyPr/>
                    <a:lstStyle/>
                    <a:p>
                      <a:pPr algn="ctr"/>
                      <a:r>
                        <a:rPr sz="1100" b="1">
                          <a:solidFill>
                            <a:srgbClr val="FFFFFF"/>
                          </a:solidFill>
                        </a:rPr>
                        <a:t>Алгоритм</a:t>
                      </a:r>
                      <a:endParaRPr sz="1100" b="1">
                        <a:solidFill>
                          <a:srgbClr val="FFFFFF"/>
                        </a:solidFill>
                      </a:endParaRPr>
                    </a:p>
                  </a:txBody>
                  <a:tcPr>
                    <a:solidFill>
                      <a:srgbClr val="282828"/>
                    </a:solidFill>
                  </a:tcPr>
                </a:tc>
                <a:tc>
                  <a:txBody>
                    <a:bodyPr/>
                    <a:lstStyle/>
                    <a:p>
                      <a:pPr algn="ctr"/>
                      <a:r>
                        <a:rPr sz="1100" b="1">
                          <a:solidFill>
                            <a:srgbClr val="FFFFFF"/>
                          </a:solidFill>
                        </a:rPr>
                        <a:t>Silhouette</a:t>
                      </a:r>
                      <a:endParaRPr sz="1100" b="1">
                        <a:solidFill>
                          <a:srgbClr val="FFFFFF"/>
                        </a:solidFill>
                      </a:endParaRPr>
                    </a:p>
                  </a:txBody>
                  <a:tcPr>
                    <a:solidFill>
                      <a:srgbClr val="282828"/>
                    </a:solidFill>
                  </a:tcPr>
                </a:tc>
                <a:tc>
                  <a:txBody>
                    <a:bodyPr/>
                    <a:lstStyle/>
                    <a:p>
                      <a:pPr algn="ctr"/>
                      <a:r>
                        <a:rPr sz="1100" b="1">
                          <a:solidFill>
                            <a:srgbClr val="FFFFFF"/>
                          </a:solidFill>
                        </a:rPr>
                        <a:t>Вывод</a:t>
                      </a:r>
                      <a:endParaRPr sz="1100" b="1">
                        <a:solidFill>
                          <a:srgbClr val="FFFFFF"/>
                        </a:solidFill>
                      </a:endParaRPr>
                    </a:p>
                  </a:txBody>
                  <a:tcPr>
                    <a:solidFill>
                      <a:srgbClr val="282828"/>
                    </a:solidFill>
                  </a:tcPr>
                </a:tc>
              </a:tr>
              <a:tr h="344170">
                <a:tc>
                  <a:txBody>
                    <a:bodyPr/>
                    <a:lstStyle/>
                    <a:p>
                      <a:pPr algn="ctr"/>
                      <a:r>
                        <a:rPr sz="1000">
                          <a:solidFill>
                            <a:srgbClr val="282828"/>
                          </a:solidFill>
                        </a:rPr>
                        <a:t>KMeans k=5</a:t>
                      </a:r>
                      <a:endParaRPr sz="1000">
                        <a:solidFill>
                          <a:srgbClr val="282828"/>
                        </a:solidFill>
                      </a:endParaRPr>
                    </a:p>
                  </a:txBody>
                  <a:tcPr>
                    <a:solidFill>
                      <a:srgbClr val="F5E8E8"/>
                    </a:solidFill>
                  </a:tcPr>
                </a:tc>
                <a:tc>
                  <a:txBody>
                    <a:bodyPr/>
                    <a:lstStyle/>
                    <a:p>
                      <a:pPr algn="ctr"/>
                      <a:r>
                        <a:rPr sz="1000">
                          <a:solidFill>
                            <a:srgbClr val="282828"/>
                          </a:solidFill>
                        </a:rPr>
                        <a:t>0,040</a:t>
                      </a:r>
                      <a:endParaRPr sz="1000">
                        <a:solidFill>
                          <a:srgbClr val="282828"/>
                        </a:solidFill>
                      </a:endParaRPr>
                    </a:p>
                  </a:txBody>
                  <a:tcPr>
                    <a:solidFill>
                      <a:srgbClr val="F5E8E8"/>
                    </a:solidFill>
                  </a:tcPr>
                </a:tc>
                <a:tc>
                  <a:txBody>
                    <a:bodyPr/>
                    <a:lstStyle/>
                    <a:p>
                      <a:pPr algn="ctr"/>
                      <a:r>
                        <a:rPr sz="1000">
                          <a:solidFill>
                            <a:srgbClr val="282828"/>
                          </a:solidFill>
                        </a:rPr>
                        <a:t>Плохо</a:t>
                      </a:r>
                      <a:endParaRPr sz="1000">
                        <a:solidFill>
                          <a:srgbClr val="282828"/>
                        </a:solidFill>
                      </a:endParaRPr>
                    </a:p>
                  </a:txBody>
                  <a:tcPr>
                    <a:solidFill>
                      <a:srgbClr val="F5E8E8"/>
                    </a:solidFill>
                  </a:tcPr>
                </a:tc>
              </a:tr>
              <a:tr h="344170">
                <a:tc>
                  <a:txBody>
                    <a:bodyPr/>
                    <a:lstStyle/>
                    <a:p>
                      <a:pPr algn="ctr"/>
                      <a:r>
                        <a:rPr sz="1000">
                          <a:solidFill>
                            <a:srgbClr val="282828"/>
                          </a:solidFill>
                        </a:rPr>
                        <a:t>HDBSCAN (все)</a:t>
                      </a:r>
                      <a:endParaRPr sz="1000">
                        <a:solidFill>
                          <a:srgbClr val="282828"/>
                        </a:solidFill>
                      </a:endParaRPr>
                    </a:p>
                  </a:txBody>
                  <a:tcPr>
                    <a:solidFill>
                      <a:srgbClr val="F5E8E8"/>
                    </a:solidFill>
                  </a:tcPr>
                </a:tc>
                <a:tc>
                  <a:txBody>
                    <a:bodyPr/>
                    <a:lstStyle/>
                    <a:p>
                      <a:pPr algn="ctr"/>
                      <a:r>
                        <a:rPr sz="1000">
                          <a:solidFill>
                            <a:srgbClr val="282828"/>
                          </a:solidFill>
                        </a:rPr>
                        <a:t>0,023</a:t>
                      </a:r>
                      <a:endParaRPr sz="1000">
                        <a:solidFill>
                          <a:srgbClr val="282828"/>
                        </a:solidFill>
                      </a:endParaRPr>
                    </a:p>
                  </a:txBody>
                  <a:tcPr>
                    <a:solidFill>
                      <a:srgbClr val="F5E8E8"/>
                    </a:solidFill>
                  </a:tcPr>
                </a:tc>
                <a:tc>
                  <a:txBody>
                    <a:bodyPr/>
                    <a:lstStyle/>
                    <a:p>
                      <a:pPr algn="ctr"/>
                      <a:r>
                        <a:rPr sz="1000">
                          <a:solidFill>
                            <a:srgbClr val="282828"/>
                          </a:solidFill>
                        </a:rPr>
                        <a:t>Плохо</a:t>
                      </a:r>
                      <a:endParaRPr sz="1000">
                        <a:solidFill>
                          <a:srgbClr val="282828"/>
                        </a:solidFill>
                      </a:endParaRPr>
                    </a:p>
                  </a:txBody>
                  <a:tcPr>
                    <a:solidFill>
                      <a:srgbClr val="F5E8E8"/>
                    </a:solidFill>
                  </a:tcPr>
                </a:tc>
              </a:tr>
              <a:tr h="396240">
                <a:tc>
                  <a:txBody>
                    <a:bodyPr/>
                    <a:lstStyle/>
                    <a:p>
                      <a:pPr algn="ctr"/>
                      <a:r>
                        <a:rPr sz="1000">
                          <a:solidFill>
                            <a:srgbClr val="282828"/>
                          </a:solidFill>
                        </a:rPr>
                        <a:t>HDBSCAN (б/шума)*</a:t>
                      </a:r>
                      <a:endParaRPr sz="1000">
                        <a:solidFill>
                          <a:srgbClr val="282828"/>
                        </a:solidFill>
                      </a:endParaRPr>
                    </a:p>
                  </a:txBody>
                  <a:tcPr>
                    <a:solidFill>
                      <a:srgbClr val="EEEBF5"/>
                    </a:solidFill>
                  </a:tcPr>
                </a:tc>
                <a:tc>
                  <a:txBody>
                    <a:bodyPr/>
                    <a:lstStyle/>
                    <a:p>
                      <a:pPr algn="ctr"/>
                      <a:r>
                        <a:rPr sz="1000">
                          <a:solidFill>
                            <a:srgbClr val="282828"/>
                          </a:solidFill>
                        </a:rPr>
                        <a:t>0,437*</a:t>
                      </a:r>
                      <a:endParaRPr sz="1000">
                        <a:solidFill>
                          <a:srgbClr val="282828"/>
                        </a:solidFill>
                      </a:endParaRPr>
                    </a:p>
                  </a:txBody>
                  <a:tcPr>
                    <a:solidFill>
                      <a:srgbClr val="EEEBF5"/>
                    </a:solidFill>
                  </a:tcPr>
                </a:tc>
                <a:tc>
                  <a:txBody>
                    <a:bodyPr/>
                    <a:lstStyle/>
                    <a:p>
                      <a:pPr algn="ctr"/>
                      <a:r>
                        <a:rPr sz="1000">
                          <a:solidFill>
                            <a:srgbClr val="282828"/>
                          </a:solidFill>
                        </a:rPr>
                        <a:t>Некорр.</a:t>
                      </a:r>
                      <a:endParaRPr sz="1000">
                        <a:solidFill>
                          <a:srgbClr val="282828"/>
                        </a:solidFill>
                      </a:endParaRPr>
                    </a:p>
                  </a:txBody>
                  <a:tcPr>
                    <a:solidFill>
                      <a:srgbClr val="EEEBF5"/>
                    </a:solidFill>
                  </a:tcPr>
                </a:tc>
              </a:tr>
            </a:tbl>
          </a:graphicData>
        </a:graphic>
      </p:graphicFrame>
      <p:sp>
        <p:nvSpPr>
          <p:cNvPr id="12" name="TextBox 11"/>
          <p:cNvSpPr txBox="1"/>
          <p:nvPr/>
        </p:nvSpPr>
        <p:spPr>
          <a:xfrm>
            <a:off x="8414068" y="3580765"/>
            <a:ext cx="3566160" cy="229870"/>
          </a:xfrm>
          <a:prstGeom prst="rect">
            <a:avLst/>
          </a:prstGeom>
          <a:noFill/>
        </p:spPr>
        <p:txBody>
          <a:bodyPr wrap="square">
            <a:spAutoFit/>
          </a:bodyPr>
          <a:lstStyle/>
          <a:p>
            <a:pPr algn="l"/>
            <a:r>
              <a:rPr sz="900" b="0">
                <a:solidFill>
                  <a:srgbClr val="888888"/>
                </a:solidFill>
              </a:rPr>
              <a:t>* вычислено на 60,6% точек — некорректно</a:t>
            </a:r>
            <a:endParaRPr sz="900" b="0">
              <a:solidFill>
                <a:srgbClr val="888888"/>
              </a:solidFill>
            </a:endParaRPr>
          </a:p>
        </p:txBody>
      </p:sp>
      <p:sp>
        <p:nvSpPr>
          <p:cNvPr id="15" name="Text Box 14"/>
          <p:cNvSpPr txBox="1"/>
          <p:nvPr/>
        </p:nvSpPr>
        <p:spPr>
          <a:xfrm>
            <a:off x="1278255" y="4742180"/>
            <a:ext cx="3927475" cy="1599565"/>
          </a:xfrm>
          <a:prstGeom prst="rect">
            <a:avLst/>
          </a:prstGeom>
          <a:solidFill>
            <a:schemeClr val="bg1">
              <a:lumMod val="85000"/>
            </a:schemeClr>
          </a:solidFill>
        </p:spPr>
        <p:txBody>
          <a:bodyPr wrap="square" rtlCol="0">
            <a:spAutoFit/>
          </a:bodyPr>
          <a:p>
            <a:pPr marL="285750" indent="-285750">
              <a:buFont typeface="Arial" panose="020B0704020202020204" pitchFamily="34" charset="0"/>
              <a:buChar char="•"/>
            </a:pPr>
            <a:r>
              <a:rPr lang="ru-RU" altLang="en-US" sz="1400"/>
              <a:t>Кластеры мало отличаются друг от друга и от средних значений.</a:t>
            </a:r>
            <a:endParaRPr lang="en-US" altLang="ru-RU" sz="1400"/>
          </a:p>
          <a:p>
            <a:pPr marL="285750" indent="-285750">
              <a:buFont typeface="Arial" panose="020B0704020202020204" pitchFamily="34" charset="0"/>
              <a:buChar char="•"/>
            </a:pPr>
            <a:r>
              <a:rPr lang="ru-RU" altLang="en-US" sz="1400"/>
              <a:t>Низкий </a:t>
            </a:r>
            <a:r>
              <a:rPr lang="en-US" altLang="ru-RU" sz="1400"/>
              <a:t>silhouette score</a:t>
            </a:r>
            <a:endParaRPr lang="en-US" altLang="ru-RU" sz="1400"/>
          </a:p>
          <a:p>
            <a:pPr marL="285750" indent="-285750">
              <a:buFont typeface="Arial" panose="020B0704020202020204" pitchFamily="34" charset="0"/>
              <a:buChar char="•"/>
            </a:pPr>
            <a:r>
              <a:rPr lang="ru-RU" altLang="en-US" sz="1400"/>
              <a:t>Большой процент шума</a:t>
            </a:r>
            <a:endParaRPr lang="en-US" altLang="ru-RU" sz="1400"/>
          </a:p>
          <a:p>
            <a:pPr marL="285750" indent="-285750">
              <a:buFont typeface="Arial" panose="020B0704020202020204" pitchFamily="34" charset="0"/>
              <a:buChar char="•"/>
            </a:pPr>
            <a:r>
              <a:rPr lang="ru-RU" altLang="en-US" sz="1400"/>
              <a:t>Примерно одинаковые демографические показатели во всех кластерах</a:t>
            </a:r>
            <a:endParaRPr lang="en-US" altLang="ru-RU" sz="1400"/>
          </a:p>
          <a:p>
            <a:pPr marL="285750" indent="-285750">
              <a:buFont typeface="Arial" panose="020B0704020202020204" pitchFamily="34" charset="0"/>
              <a:buChar char="•"/>
            </a:pPr>
            <a:endParaRPr lang="en-US" altLang="ru-RU" sz="1400"/>
          </a:p>
        </p:txBody>
      </p:sp>
      <p:sp>
        <p:nvSpPr>
          <p:cNvPr id="16" name="Rectangle 4"/>
          <p:cNvSpPr/>
          <p:nvPr/>
        </p:nvSpPr>
        <p:spPr>
          <a:xfrm>
            <a:off x="1277620" y="4207510"/>
            <a:ext cx="3928110" cy="411480"/>
          </a:xfrm>
          <a:prstGeom prst="rect">
            <a:avLst/>
          </a:prstGeom>
          <a:solidFill>
            <a:srgbClr val="DB8C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ru-RU" sz="1200" b="1">
                <a:solidFill>
                  <a:srgbClr val="FFFFFF"/>
                </a:solidFill>
              </a:rPr>
              <a:t>Данные плохо сегментируются</a:t>
            </a:r>
            <a:endParaRPr lang="ru-RU" sz="1200" b="1">
              <a:solidFill>
                <a:srgbClr val="FFFFFF"/>
              </a:solidFill>
            </a:endParaRPr>
          </a:p>
        </p:txBody>
      </p:sp>
      <p:sp>
        <p:nvSpPr>
          <p:cNvPr id="19" name="Rectangle 4"/>
          <p:cNvSpPr/>
          <p:nvPr/>
        </p:nvSpPr>
        <p:spPr>
          <a:xfrm>
            <a:off x="6348095" y="4209415"/>
            <a:ext cx="3928110" cy="411480"/>
          </a:xfrm>
          <a:prstGeom prst="rect">
            <a:avLst/>
          </a:prstGeom>
          <a:solidFill>
            <a:srgbClr val="DB8C7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ru-RU" sz="1200" b="1">
                <a:solidFill>
                  <a:srgbClr val="FFFFFF"/>
                </a:solidFill>
              </a:rPr>
              <a:t>Причина</a:t>
            </a:r>
            <a:endParaRPr lang="ru-RU" sz="1200" b="1">
              <a:solidFill>
                <a:srgbClr val="FFFFFF"/>
              </a:solidFill>
            </a:endParaRPr>
          </a:p>
        </p:txBody>
      </p:sp>
      <p:sp>
        <p:nvSpPr>
          <p:cNvPr id="21" name="Text Box 20"/>
          <p:cNvSpPr txBox="1"/>
          <p:nvPr/>
        </p:nvSpPr>
        <p:spPr>
          <a:xfrm>
            <a:off x="6348095" y="4733925"/>
            <a:ext cx="3927475" cy="1599565"/>
          </a:xfrm>
          <a:prstGeom prst="rect">
            <a:avLst/>
          </a:prstGeom>
          <a:solidFill>
            <a:schemeClr val="bg1">
              <a:lumMod val="85000"/>
            </a:schemeClr>
          </a:solidFill>
        </p:spPr>
        <p:txBody>
          <a:bodyPr wrap="square" rtlCol="0">
            <a:noAutofit/>
          </a:bodyPr>
          <a:p>
            <a:pPr marL="285750" indent="-285750">
              <a:buFont typeface="Arial" panose="020B0704020202020204" pitchFamily="34" charset="0"/>
              <a:buChar char="•"/>
            </a:pPr>
            <a:r>
              <a:rPr lang="ru-RU" sz="1400"/>
              <a:t>Синтетические данные</a:t>
            </a:r>
            <a:endParaRPr lang="ru-RU"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sz="2800" b="1">
                <a:solidFill>
                  <a:srgbClr val="FFFFFF"/>
                </a:solidFill>
              </a:rPr>
              <a:t>Ключевая проблема: синтетические данные</a:t>
            </a:r>
            <a:endParaRPr sz="2800" b="1">
              <a:solidFill>
                <a:srgbClr val="FFFFFF"/>
              </a:solidFill>
            </a:endParaRPr>
          </a:p>
        </p:txBody>
      </p:sp>
      <p:sp>
        <p:nvSpPr>
          <p:cNvPr id="4" name="TextBox 3"/>
          <p:cNvSpPr txBox="1"/>
          <p:nvPr/>
        </p:nvSpPr>
        <p:spPr>
          <a:xfrm>
            <a:off x="275908" y="713232"/>
            <a:ext cx="11430000" cy="306705"/>
          </a:xfrm>
          <a:prstGeom prst="rect">
            <a:avLst/>
          </a:prstGeom>
          <a:noFill/>
        </p:spPr>
        <p:txBody>
          <a:bodyPr wrap="square">
            <a:spAutoFit/>
          </a:bodyPr>
          <a:lstStyle/>
          <a:p>
            <a:pPr algn="l"/>
            <a:r>
              <a:rPr sz="1400" b="0">
                <a:solidFill>
                  <a:srgbClr val="99BBCC"/>
                </a:solidFill>
              </a:rPr>
              <a:t>Категории сайтов не соответствуют их тематике</a:t>
            </a:r>
            <a:endParaRPr sz="1400" b="0">
              <a:solidFill>
                <a:srgbClr val="99BBCC"/>
              </a:solidFill>
            </a:endParaRPr>
          </a:p>
        </p:txBody>
      </p:sp>
      <p:sp>
        <p:nvSpPr>
          <p:cNvPr id="5" name="TextBox 4"/>
          <p:cNvSpPr txBox="1"/>
          <p:nvPr/>
        </p:nvSpPr>
        <p:spPr>
          <a:xfrm>
            <a:off x="367348" y="1480185"/>
            <a:ext cx="10972800" cy="291465"/>
          </a:xfrm>
          <a:prstGeom prst="rect">
            <a:avLst/>
          </a:prstGeom>
          <a:noFill/>
        </p:spPr>
        <p:txBody>
          <a:bodyPr wrap="square">
            <a:spAutoFit/>
          </a:bodyPr>
          <a:lstStyle/>
          <a:p>
            <a:pPr algn="l"/>
            <a:r>
              <a:rPr sz="1300" b="1">
                <a:solidFill>
                  <a:srgbClr val="282828"/>
                </a:solidFill>
              </a:rPr>
              <a:t>Примеры несоответствий</a:t>
            </a:r>
            <a:endParaRPr sz="1300" b="1">
              <a:solidFill>
                <a:srgbClr val="282828"/>
              </a:solidFill>
            </a:endParaRPr>
          </a:p>
        </p:txBody>
      </p:sp>
      <p:graphicFrame>
        <p:nvGraphicFramePr>
          <p:cNvPr id="6" name="Table 5"/>
          <p:cNvGraphicFramePr>
            <a:graphicFrameLocks noGrp="1"/>
          </p:cNvGraphicFramePr>
          <p:nvPr/>
        </p:nvGraphicFramePr>
        <p:xfrm>
          <a:off x="367348" y="1845945"/>
          <a:ext cx="11247120" cy="1920240"/>
        </p:xfrm>
        <a:graphic>
          <a:graphicData uri="http://schemas.openxmlformats.org/drawingml/2006/table">
            <a:tbl>
              <a:tblPr firstRow="1" bandRow="1">
                <a:tableStyleId>{5C22544A-7EE6-4342-B048-85BDC9FD1C3A}</a:tableStyleId>
              </a:tblPr>
              <a:tblGrid>
                <a:gridCol w="3749040"/>
                <a:gridCol w="3749040"/>
                <a:gridCol w="3749040"/>
              </a:tblGrid>
              <a:tr h="320040">
                <a:tc>
                  <a:txBody>
                    <a:bodyPr/>
                    <a:lstStyle/>
                    <a:p>
                      <a:pPr algn="ctr"/>
                      <a:r>
                        <a:rPr sz="1100" b="1">
                          <a:solidFill>
                            <a:srgbClr val="FFFFFF"/>
                          </a:solidFill>
                        </a:rPr>
                        <a:t>Сайт</a:t>
                      </a:r>
                      <a:endParaRPr sz="1100" b="1">
                        <a:solidFill>
                          <a:srgbClr val="FFFFFF"/>
                        </a:solidFill>
                      </a:endParaRPr>
                    </a:p>
                  </a:txBody>
                  <a:tcPr>
                    <a:solidFill>
                      <a:srgbClr val="282828"/>
                    </a:solidFill>
                  </a:tcPr>
                </a:tc>
                <a:tc>
                  <a:txBody>
                    <a:bodyPr/>
                    <a:lstStyle/>
                    <a:p>
                      <a:pPr algn="ctr"/>
                      <a:r>
                        <a:rPr sz="1100" b="1">
                          <a:solidFill>
                            <a:srgbClr val="FFFFFF"/>
                          </a:solidFill>
                        </a:rPr>
                        <a:t>Ожидаемая тематика</a:t>
                      </a:r>
                      <a:endParaRPr sz="1100" b="1">
                        <a:solidFill>
                          <a:srgbClr val="FFFFFF"/>
                        </a:solidFill>
                      </a:endParaRPr>
                    </a:p>
                  </a:txBody>
                  <a:tcPr>
                    <a:solidFill>
                      <a:srgbClr val="282828"/>
                    </a:solidFill>
                  </a:tcPr>
                </a:tc>
                <a:tc>
                  <a:txBody>
                    <a:bodyPr/>
                    <a:lstStyle/>
                    <a:p>
                      <a:pPr algn="ctr"/>
                      <a:r>
                        <a:rPr sz="1100" b="1">
                          <a:solidFill>
                            <a:srgbClr val="FFFFFF"/>
                          </a:solidFill>
                        </a:rPr>
                        <a:t>Присвоенная категория</a:t>
                      </a:r>
                      <a:endParaRPr sz="1100" b="1">
                        <a:solidFill>
                          <a:srgbClr val="FFFFFF"/>
                        </a:solidFill>
                      </a:endParaRPr>
                    </a:p>
                  </a:txBody>
                  <a:tcPr>
                    <a:solidFill>
                      <a:srgbClr val="282828"/>
                    </a:solidFill>
                  </a:tcPr>
                </a:tc>
              </a:tr>
              <a:tr h="320040">
                <a:tc>
                  <a:txBody>
                    <a:bodyPr/>
                    <a:lstStyle/>
                    <a:p>
                      <a:pPr algn="ctr"/>
                      <a:r>
                        <a:rPr sz="1000">
                          <a:solidFill>
                            <a:srgbClr val="282828"/>
                          </a:solidFill>
                        </a:rPr>
                        <a:t>apteka-deal.online</a:t>
                      </a:r>
                      <a:endParaRPr sz="1000">
                        <a:solidFill>
                          <a:srgbClr val="282828"/>
                        </a:solidFill>
                      </a:endParaRPr>
                    </a:p>
                  </a:txBody>
                  <a:tcPr>
                    <a:solidFill>
                      <a:srgbClr val="F5E8E8"/>
                    </a:solidFill>
                  </a:tcPr>
                </a:tc>
                <a:tc>
                  <a:txBody>
                    <a:bodyPr/>
                    <a:lstStyle/>
                    <a:p>
                      <a:pPr algn="ctr"/>
                      <a:r>
                        <a:rPr sz="1000">
                          <a:solidFill>
                            <a:srgbClr val="282828"/>
                          </a:solidFill>
                        </a:rPr>
                        <a:t>Аптека / Здоровье</a:t>
                      </a:r>
                      <a:endParaRPr sz="1000">
                        <a:solidFill>
                          <a:srgbClr val="282828"/>
                        </a:solidFill>
                      </a:endParaRPr>
                    </a:p>
                  </a:txBody>
                  <a:tcPr>
                    <a:solidFill>
                      <a:srgbClr val="F5E8E8"/>
                    </a:solidFill>
                  </a:tcPr>
                </a:tc>
                <a:tc>
                  <a:txBody>
                    <a:bodyPr/>
                    <a:lstStyle/>
                    <a:p>
                      <a:pPr algn="ctr"/>
                      <a:r>
                        <a:rPr sz="1000">
                          <a:solidFill>
                            <a:srgbClr val="282828"/>
                          </a:solidFill>
                        </a:rPr>
                        <a:t>Спорт и активный отдых</a:t>
                      </a:r>
                      <a:endParaRPr sz="1000">
                        <a:solidFill>
                          <a:srgbClr val="282828"/>
                        </a:solidFill>
                      </a:endParaRPr>
                    </a:p>
                  </a:txBody>
                  <a:tcPr>
                    <a:solidFill>
                      <a:srgbClr val="F5E8E8"/>
                    </a:solidFill>
                  </a:tcPr>
                </a:tc>
              </a:tr>
              <a:tr h="320040">
                <a:tc>
                  <a:txBody>
                    <a:bodyPr/>
                    <a:lstStyle/>
                    <a:p>
                      <a:pPr algn="ctr"/>
                      <a:r>
                        <a:rPr sz="1000">
                          <a:solidFill>
                            <a:srgbClr val="282828"/>
                          </a:solidFill>
                        </a:rPr>
                        <a:t>aptekamarket.shop</a:t>
                      </a:r>
                      <a:endParaRPr sz="1000">
                        <a:solidFill>
                          <a:srgbClr val="282828"/>
                        </a:solidFill>
                      </a:endParaRPr>
                    </a:p>
                  </a:txBody>
                  <a:tcPr>
                    <a:solidFill>
                      <a:srgbClr val="F5E8E8"/>
                    </a:solidFill>
                  </a:tcPr>
                </a:tc>
                <a:tc>
                  <a:txBody>
                    <a:bodyPr/>
                    <a:lstStyle/>
                    <a:p>
                      <a:pPr algn="ctr"/>
                      <a:r>
                        <a:rPr sz="1000">
                          <a:solidFill>
                            <a:srgbClr val="282828"/>
                          </a:solidFill>
                        </a:rPr>
                        <a:t>Аптека / Здоровье</a:t>
                      </a:r>
                      <a:endParaRPr sz="1000">
                        <a:solidFill>
                          <a:srgbClr val="282828"/>
                        </a:solidFill>
                      </a:endParaRPr>
                    </a:p>
                  </a:txBody>
                  <a:tcPr>
                    <a:solidFill>
                      <a:srgbClr val="F5E8E8"/>
                    </a:solidFill>
                  </a:tcPr>
                </a:tc>
                <a:tc>
                  <a:txBody>
                    <a:bodyPr/>
                    <a:lstStyle/>
                    <a:p>
                      <a:pPr algn="ctr"/>
                      <a:r>
                        <a:rPr sz="1000">
                          <a:solidFill>
                            <a:srgbClr val="282828"/>
                          </a:solidFill>
                        </a:rPr>
                        <a:t>Авто и мото</a:t>
                      </a:r>
                      <a:endParaRPr sz="1000">
                        <a:solidFill>
                          <a:srgbClr val="282828"/>
                        </a:solidFill>
                      </a:endParaRPr>
                    </a:p>
                  </a:txBody>
                  <a:tcPr>
                    <a:solidFill>
                      <a:srgbClr val="F5E8E8"/>
                    </a:solidFill>
                  </a:tcPr>
                </a:tc>
              </a:tr>
              <a:tr h="320040">
                <a:tc>
                  <a:txBody>
                    <a:bodyPr/>
                    <a:lstStyle/>
                    <a:p>
                      <a:pPr algn="ctr"/>
                      <a:r>
                        <a:rPr sz="1000">
                          <a:solidFill>
                            <a:srgbClr val="282828"/>
                          </a:solidFill>
                        </a:rPr>
                        <a:t>avto-2456.io</a:t>
                      </a:r>
                      <a:endParaRPr sz="1000">
                        <a:solidFill>
                          <a:srgbClr val="282828"/>
                        </a:solidFill>
                      </a:endParaRPr>
                    </a:p>
                  </a:txBody>
                  <a:tcPr>
                    <a:solidFill>
                      <a:srgbClr val="F5E8E8"/>
                    </a:solidFill>
                  </a:tcPr>
                </a:tc>
                <a:tc>
                  <a:txBody>
                    <a:bodyPr/>
                    <a:lstStyle/>
                    <a:p>
                      <a:pPr algn="ctr"/>
                      <a:r>
                        <a:rPr sz="1000">
                          <a:solidFill>
                            <a:srgbClr val="282828"/>
                          </a:solidFill>
                        </a:rPr>
                        <a:t>Авто</a:t>
                      </a:r>
                      <a:endParaRPr sz="1000">
                        <a:solidFill>
                          <a:srgbClr val="282828"/>
                        </a:solidFill>
                      </a:endParaRPr>
                    </a:p>
                  </a:txBody>
                  <a:tcPr>
                    <a:solidFill>
                      <a:srgbClr val="F5E8E8"/>
                    </a:solidFill>
                  </a:tcPr>
                </a:tc>
                <a:tc>
                  <a:txBody>
                    <a:bodyPr/>
                    <a:lstStyle/>
                    <a:p>
                      <a:pPr algn="ctr"/>
                      <a:r>
                        <a:rPr sz="1000">
                          <a:solidFill>
                            <a:srgbClr val="282828"/>
                          </a:solidFill>
                        </a:rPr>
                        <a:t>Образование</a:t>
                      </a:r>
                      <a:endParaRPr sz="1000">
                        <a:solidFill>
                          <a:srgbClr val="282828"/>
                        </a:solidFill>
                      </a:endParaRPr>
                    </a:p>
                  </a:txBody>
                  <a:tcPr>
                    <a:solidFill>
                      <a:srgbClr val="F5E8E8"/>
                    </a:solidFill>
                  </a:tcPr>
                </a:tc>
              </a:tr>
              <a:tr h="320040">
                <a:tc>
                  <a:txBody>
                    <a:bodyPr/>
                    <a:lstStyle/>
                    <a:p>
                      <a:pPr algn="ctr"/>
                      <a:r>
                        <a:rPr sz="1000">
                          <a:solidFill>
                            <a:srgbClr val="282828"/>
                          </a:solidFill>
                        </a:rPr>
                        <a:t>bank-now56.ru</a:t>
                      </a:r>
                      <a:endParaRPr sz="1000">
                        <a:solidFill>
                          <a:srgbClr val="282828"/>
                        </a:solidFill>
                      </a:endParaRPr>
                    </a:p>
                  </a:txBody>
                  <a:tcPr>
                    <a:solidFill>
                      <a:srgbClr val="F5E8E8"/>
                    </a:solidFill>
                  </a:tcPr>
                </a:tc>
                <a:tc>
                  <a:txBody>
                    <a:bodyPr/>
                    <a:lstStyle/>
                    <a:p>
                      <a:pPr algn="ctr"/>
                      <a:r>
                        <a:rPr sz="1000">
                          <a:solidFill>
                            <a:srgbClr val="282828"/>
                          </a:solidFill>
                        </a:rPr>
                        <a:t>Финансы</a:t>
                      </a:r>
                      <a:endParaRPr sz="1000">
                        <a:solidFill>
                          <a:srgbClr val="282828"/>
                        </a:solidFill>
                      </a:endParaRPr>
                    </a:p>
                  </a:txBody>
                  <a:tcPr>
                    <a:solidFill>
                      <a:srgbClr val="F5E8E8"/>
                    </a:solidFill>
                  </a:tcPr>
                </a:tc>
                <a:tc>
                  <a:txBody>
                    <a:bodyPr/>
                    <a:lstStyle/>
                    <a:p>
                      <a:pPr algn="ctr"/>
                      <a:r>
                        <a:rPr sz="1000">
                          <a:solidFill>
                            <a:srgbClr val="282828"/>
                          </a:solidFill>
                        </a:rPr>
                        <a:t>Ювелирные изделия</a:t>
                      </a:r>
                      <a:endParaRPr sz="1000">
                        <a:solidFill>
                          <a:srgbClr val="282828"/>
                        </a:solidFill>
                      </a:endParaRPr>
                    </a:p>
                  </a:txBody>
                  <a:tcPr>
                    <a:solidFill>
                      <a:srgbClr val="F5E8E8"/>
                    </a:solidFill>
                  </a:tcPr>
                </a:tc>
              </a:tr>
              <a:tr h="320040">
                <a:tc>
                  <a:txBody>
                    <a:bodyPr/>
                    <a:lstStyle/>
                    <a:p>
                      <a:pPr algn="ctr"/>
                      <a:r>
                        <a:rPr sz="1000">
                          <a:solidFill>
                            <a:srgbClr val="282828"/>
                          </a:solidFill>
                        </a:rPr>
                        <a:t>baby-beauty.com</a:t>
                      </a:r>
                      <a:endParaRPr sz="1000">
                        <a:solidFill>
                          <a:srgbClr val="282828"/>
                        </a:solidFill>
                      </a:endParaRPr>
                    </a:p>
                  </a:txBody>
                  <a:tcPr>
                    <a:solidFill>
                      <a:srgbClr val="F5E8E8"/>
                    </a:solidFill>
                  </a:tcPr>
                </a:tc>
                <a:tc>
                  <a:txBody>
                    <a:bodyPr/>
                    <a:lstStyle/>
                    <a:p>
                      <a:pPr algn="ctr"/>
                      <a:r>
                        <a:rPr sz="1000">
                          <a:solidFill>
                            <a:srgbClr val="282828"/>
                          </a:solidFill>
                        </a:rPr>
                        <a:t>Детские товары / Красота</a:t>
                      </a:r>
                      <a:endParaRPr sz="1000">
                        <a:solidFill>
                          <a:srgbClr val="282828"/>
                        </a:solidFill>
                      </a:endParaRPr>
                    </a:p>
                  </a:txBody>
                  <a:tcPr>
                    <a:solidFill>
                      <a:srgbClr val="F5E8E8"/>
                    </a:solidFill>
                  </a:tcPr>
                </a:tc>
                <a:tc>
                  <a:txBody>
                    <a:bodyPr/>
                    <a:lstStyle/>
                    <a:p>
                      <a:pPr algn="ctr"/>
                      <a:r>
                        <a:rPr sz="1000">
                          <a:solidFill>
                            <a:srgbClr val="282828"/>
                          </a:solidFill>
                        </a:rPr>
                        <a:t>Образование + Развлечения</a:t>
                      </a:r>
                      <a:endParaRPr sz="1000">
                        <a:solidFill>
                          <a:srgbClr val="282828"/>
                        </a:solidFill>
                      </a:endParaRPr>
                    </a:p>
                  </a:txBody>
                  <a:tcPr>
                    <a:solidFill>
                      <a:srgbClr val="F5E8E8"/>
                    </a:solidFill>
                  </a:tcPr>
                </a:tc>
              </a:tr>
            </a:tbl>
          </a:graphicData>
        </a:graphic>
      </p:graphicFrame>
      <p:sp>
        <p:nvSpPr>
          <p:cNvPr id="16" name="Text Box 15"/>
          <p:cNvSpPr txBox="1"/>
          <p:nvPr/>
        </p:nvSpPr>
        <p:spPr>
          <a:xfrm>
            <a:off x="367665" y="4592320"/>
            <a:ext cx="11247120" cy="737235"/>
          </a:xfrm>
          <a:prstGeom prst="rect">
            <a:avLst/>
          </a:prstGeom>
          <a:solidFill>
            <a:schemeClr val="bg1">
              <a:lumMod val="95000"/>
            </a:schemeClr>
          </a:solidFill>
        </p:spPr>
        <p:txBody>
          <a:bodyPr wrap="square" rtlCol="0">
            <a:spAutoFit/>
          </a:bodyPr>
          <a:p>
            <a:r>
              <a:rPr lang="en-US" altLang="en-US" sz="1400"/>
              <a:t>Категории присвоены случайным образом, без логической связи с именем домена.</a:t>
            </a:r>
            <a:endParaRPr lang="en-US" altLang="en-US" sz="1400"/>
          </a:p>
          <a:p>
            <a:r>
              <a:rPr lang="en-US" altLang="en-US" sz="1400"/>
              <a:t>Кроме того, у некоторых сайтов имеющих 2 категории, категории кажутся не сочетаемыми между собой и доменом в реальной жизни, например сайт </a:t>
            </a:r>
            <a:r>
              <a:rPr lang="en-US" altLang="en-US" sz="1400" i="1">
                <a:latin typeface="Arial" panose="020B0704020202020204" pitchFamily="34" charset="0"/>
                <a:cs typeface="Arial" panose="020B0704020202020204" pitchFamily="34" charset="0"/>
              </a:rPr>
              <a:t>nova-expert.online</a:t>
            </a:r>
            <a:r>
              <a:rPr lang="en-US" altLang="en-US" sz="1400"/>
              <a:t> имеет категории </a:t>
            </a:r>
            <a:r>
              <a:rPr lang="en-US" altLang="en-US" sz="1400" i="1">
                <a:latin typeface="Arial" panose="020B0704020202020204" pitchFamily="34" charset="0"/>
                <a:cs typeface="Arial" panose="020B0704020202020204" pitchFamily="34" charset="0"/>
              </a:rPr>
              <a:t>Каршеринг и такси</a:t>
            </a:r>
            <a:r>
              <a:rPr lang="en-US" altLang="en-US" sz="1400"/>
              <a:t> и </a:t>
            </a:r>
            <a:r>
              <a:rPr lang="en-US" altLang="en-US" sz="1400" i="1">
                <a:latin typeface="Arial" panose="020B0704020202020204" pitchFamily="34" charset="0"/>
                <a:cs typeface="Arial" panose="020B0704020202020204" pitchFamily="34" charset="0"/>
              </a:rPr>
              <a:t>онлайн-кинотеатр</a:t>
            </a:r>
            <a:r>
              <a:rPr lang="en-US" altLang="en-US" sz="1400"/>
              <a:t>.</a:t>
            </a:r>
            <a:endParaRPr lang="en-US" alt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588" y="0"/>
            <a:ext cx="12188952" cy="105156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5908" y="45720"/>
            <a:ext cx="11430000" cy="521970"/>
          </a:xfrm>
          <a:prstGeom prst="rect">
            <a:avLst/>
          </a:prstGeom>
          <a:noFill/>
        </p:spPr>
        <p:txBody>
          <a:bodyPr wrap="square">
            <a:spAutoFit/>
          </a:bodyPr>
          <a:lstStyle/>
          <a:p>
            <a:pPr algn="l"/>
            <a:r>
              <a:rPr sz="2800" b="1">
                <a:solidFill>
                  <a:srgbClr val="FFFFFF"/>
                </a:solidFill>
              </a:rPr>
              <a:t>Ключевая проблема: синтетические данные</a:t>
            </a:r>
            <a:endParaRPr sz="2800" b="1">
              <a:solidFill>
                <a:srgbClr val="FFFFFF"/>
              </a:solidFill>
            </a:endParaRPr>
          </a:p>
        </p:txBody>
      </p:sp>
      <p:sp>
        <p:nvSpPr>
          <p:cNvPr id="4" name="TextBox 3"/>
          <p:cNvSpPr txBox="1"/>
          <p:nvPr/>
        </p:nvSpPr>
        <p:spPr>
          <a:xfrm>
            <a:off x="275908" y="713232"/>
            <a:ext cx="11430000" cy="306705"/>
          </a:xfrm>
          <a:prstGeom prst="rect">
            <a:avLst/>
          </a:prstGeom>
          <a:noFill/>
        </p:spPr>
        <p:txBody>
          <a:bodyPr wrap="square">
            <a:spAutoFit/>
          </a:bodyPr>
          <a:lstStyle/>
          <a:p>
            <a:pPr algn="l"/>
            <a:r>
              <a:rPr lang="ru-RU" altLang="en-US" sz="1400" b="0">
                <a:solidFill>
                  <a:srgbClr val="99BBCC"/>
                </a:solidFill>
              </a:rPr>
              <a:t>Д</a:t>
            </a:r>
            <a:r>
              <a:rPr lang="en-US" altLang="en-US" sz="1400" b="0">
                <a:solidFill>
                  <a:srgbClr val="99BBCC"/>
                </a:solidFill>
              </a:rPr>
              <a:t>емографические признаки распределены одинаково во всех категориях</a:t>
            </a:r>
            <a:endParaRPr lang="en-US" altLang="en-US" sz="1400" b="0">
              <a:solidFill>
                <a:srgbClr val="99BBCC"/>
              </a:solidFill>
            </a:endParaRPr>
          </a:p>
        </p:txBody>
      </p:sp>
      <p:pic>
        <p:nvPicPr>
          <p:cNvPr id="7" name="Picture 6"/>
          <p:cNvPicPr/>
          <p:nvPr/>
        </p:nvPicPr>
        <p:blipFill>
          <a:blip r:embed="rId1"/>
          <a:stretch>
            <a:fillRect/>
          </a:stretch>
        </p:blipFill>
        <p:spPr>
          <a:xfrm>
            <a:off x="2336165" y="1176020"/>
            <a:ext cx="7519035" cy="2975610"/>
          </a:xfrm>
          <a:prstGeom prst="rect">
            <a:avLst/>
          </a:prstGeom>
        </p:spPr>
      </p:pic>
      <p:pic>
        <p:nvPicPr>
          <p:cNvPr id="8" name="Picture 7"/>
          <p:cNvPicPr/>
          <p:nvPr/>
        </p:nvPicPr>
        <p:blipFill>
          <a:blip r:embed="rId2"/>
          <a:stretch>
            <a:fillRect/>
          </a:stretch>
        </p:blipFill>
        <p:spPr>
          <a:xfrm>
            <a:off x="2336006" y="4140676"/>
            <a:ext cx="7925117" cy="2540317"/>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2*i*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2*i*9"/>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2*i*10"/>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5*i*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5*i*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5*i*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8*i*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8*i*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8*i*10"/>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9*i*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9*i*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9*i*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0*i*8"/>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0*i*9"/>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0*i*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2*i*8"/>
  <p:tag name="KSO_WM_UNIT_LAYERLEVEL" val="1"/>
  <p:tag name="KSO_WM_TAG_VERSION" val="1.0"/>
  <p:tag name="KSO_WM_BEAUTIFY_FLAG" val="#wm#"/>
  <p:tag name="KSO_WM_SLIDE_BACKGROUND_TYPE" val="general"/>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2*i*9"/>
  <p:tag name="KSO_WM_UNIT_LAYERLEVEL" val="1"/>
  <p:tag name="KSO_WM_TAG_VERSION" val="1.0"/>
  <p:tag name="KSO_WM_BEAUTIFY_FLAG" val="#wm#"/>
  <p:tag name="KSO_WM_SLIDE_BACKGROUND_TYPE" val="general"/>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2*i*10"/>
  <p:tag name="KSO_WM_UNIT_LAYERLEVEL" val="1"/>
  <p:tag name="KSO_WM_TAG_VERSION" val="1.0"/>
  <p:tag name="KSO_WM_BEAUTIFY_FLAG" val="#wm#"/>
  <p:tag name="KSO_WM_SLIDE_BACKGROUND_TYPE" val="general"/>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5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TYPE" val="i"/>
  <p:tag name="KSO_WM_UNIT_INDEX" val="8"/>
  <p:tag name="KSO_WM_UNIT_ID" val="_13*i*8"/>
  <p:tag name="KSO_WM_UNIT_LAYERLEVEL" val="1"/>
  <p:tag name="KSO_WM_TAG_VERSION" val="1.0"/>
  <p:tag name="KSO_WM_BEAUTIFY_FLAG" val="#wm#"/>
</p:tagLst>
</file>

<file path=ppt/tags/tag15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TYPE" val="i"/>
  <p:tag name="KSO_WM_UNIT_INDEX" val="9"/>
  <p:tag name="KSO_WM_UNIT_ID" val="_13*i*9"/>
  <p:tag name="KSO_WM_UNIT_LAYERLEVEL" val="1"/>
  <p:tag name="KSO_WM_TAG_VERSION" val="1.0"/>
  <p:tag name="KSO_WM_BEAUTIFY_FLAG" val="#wm#"/>
</p:tagLst>
</file>

<file path=ppt/tags/tag16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TYPE" val="i"/>
  <p:tag name="KSO_WM_UNIT_INDEX" val="10"/>
  <p:tag name="KSO_WM_UNIT_ID" val="_13*i*10"/>
  <p:tag name="KSO_WM_UNIT_LAYERLEVEL" val="1"/>
  <p:tag name="KSO_WM_TAG_VERSION" val="1.0"/>
  <p:tag name="KSO_WM_BEAUTIFY_FLAG" val="#wm#"/>
</p:tagLst>
</file>

<file path=ppt/tags/tag16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16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7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TYPE" val="i"/>
  <p:tag name="KSO_WM_UNIT_INDEX" val="8"/>
  <p:tag name="KSO_WM_UNIT_ID" val="_14*i*8"/>
  <p:tag name="KSO_WM_UNIT_LAYERLEVEL" val="1"/>
  <p:tag name="KSO_WM_TAG_VERSION" val="1.0"/>
  <p:tag name="KSO_WM_BEAUTIFY_FLAG" val="#wm#"/>
</p:tagLst>
</file>

<file path=ppt/tags/tag17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TYPE" val="i"/>
  <p:tag name="KSO_WM_UNIT_INDEX" val="9"/>
  <p:tag name="KSO_WM_UNIT_ID" val="_14*i*9"/>
  <p:tag name="KSO_WM_UNIT_LAYERLEVEL" val="1"/>
  <p:tag name="KSO_WM_TAG_VERSION" val="1.0"/>
  <p:tag name="KSO_WM_BEAUTIFY_FLAG" val="#wm#"/>
</p:tagLst>
</file>

<file path=ppt/tags/tag17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TYPE" val="i"/>
  <p:tag name="KSO_WM_UNIT_INDEX" val="10"/>
  <p:tag name="KSO_WM_UNIT_ID" val="_14*i*10"/>
  <p:tag name="KSO_WM_UNIT_LAYERLEVEL" val="1"/>
  <p:tag name="KSO_WM_TAG_VERSION" val="1.0"/>
  <p:tag name="KSO_WM_BEAUTIFY_FLAG" val="#wm#"/>
</p:tagLst>
</file>

<file path=ppt/tags/tag17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8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18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8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TYPE" val="i"/>
  <p:tag name="KSO_WM_UNIT_INDEX" val="8"/>
  <p:tag name="KSO_WM_UNIT_ID" val="_15*i*8"/>
  <p:tag name="KSO_WM_UNIT_LAYERLEVEL" val="1"/>
  <p:tag name="KSO_WM_TAG_VERSION" val="1.0"/>
  <p:tag name="KSO_WM_BEAUTIFY_FLAG" val="#wm#"/>
</p:tagLst>
</file>

<file path=ppt/tags/tag18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TYPE" val="i"/>
  <p:tag name="KSO_WM_UNIT_INDEX" val="9"/>
  <p:tag name="KSO_WM_UNIT_ID" val="_15*i*9"/>
  <p:tag name="KSO_WM_UNIT_LAYERLEVEL" val="1"/>
  <p:tag name="KSO_WM_TAG_VERSION" val="1.0"/>
  <p:tag name="KSO_WM_BEAUTIFY_FLAG" val="#wm#"/>
</p:tagLst>
</file>

<file path=ppt/tags/tag18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TYPE" val="i"/>
  <p:tag name="KSO_WM_UNIT_INDEX" val="10"/>
  <p:tag name="KSO_WM_UNIT_ID" val="_15*i*10"/>
  <p:tag name="KSO_WM_UNIT_LAYERLEVEL" val="1"/>
  <p:tag name="KSO_WM_TAG_VERSION" val="1.0"/>
  <p:tag name="KSO_WM_BEAUTIFY_FLAG" val="#wm#"/>
</p:tagLst>
</file>

<file path=ppt/tags/tag18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9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9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9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19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DIAGRAM_IS_NEED_ADD_PATH_ANIM" val="0"/>
  <p:tag name="KSO_WM_SLIDE_BACKGROUND_TYPE" val="general"/>
  <p:tag name="KSO_WM_SLIDE_BK_DARK_LIGHT" val="2"/>
</p:tagLst>
</file>

<file path=ppt/tags/tag19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8"/>
  <p:tag name="KSO_WM_UNIT_ID" val="_16*i*8"/>
  <p:tag name="KSO_WM_UNIT_LAYERLEVEL" val="1"/>
  <p:tag name="KSO_WM_TAG_VERSION" val="1.0"/>
  <p:tag name="KSO_WM_BEAUTIFY_FLAG" val="#wm#"/>
</p:tagLst>
</file>

<file path=ppt/tags/tag19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9"/>
  <p:tag name="KSO_WM_UNIT_ID" val="_16*i*9"/>
  <p:tag name="KSO_WM_UNIT_LAYERLEVEL" val="1"/>
  <p:tag name="KSO_WM_TAG_VERSION" val="1.0"/>
  <p:tag name="KSO_WM_BEAUTIFY_FLAG" val="#wm#"/>
</p:tagLst>
</file>

<file path=ppt/tags/tag19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0"/>
  <p:tag name="KSO_WM_UNIT_ID" val="_16*i*10"/>
  <p:tag name="KSO_WM_UNIT_LAYERLEVEL" val="1"/>
  <p:tag name="KSO_WM_TAG_VERSION" val="1.0"/>
  <p:tag name="KSO_WM_BEAUTIFY_FLAG" val="#wm#"/>
</p:tagLst>
</file>

<file path=ppt/tags/tag19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0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20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1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1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1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1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1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1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21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21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2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2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2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2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2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82"/>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8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0.xml><?xml version="1.0" encoding="utf-8"?>
<p:tagLst xmlns:p="http://schemas.openxmlformats.org/presentationml/2006/main">
  <p:tag name="KSO_WM_TEMPLATE_SUBCATEGORY" val="0"/>
  <p:tag name="KSO_WM_TEMPLATE_COLOR_TYPE" val="1"/>
  <p:tag name="KSO_WM_TEMPLATE_THUMBS_INDEX" val="1、2、3、4、5、6、7、8、9、10、11、12、13、15"/>
  <p:tag name="KSO_WM_TEMPLATE_MASTER_THUMB_INDEX" val="18"/>
  <p:tag name="KSO_WM_UNIT_SHOW_EDIT_AREA_INDICATION" val="0"/>
  <p:tag name="KSO_WM_TAG_VERSION" val="1.0"/>
  <p:tag name="KSO_WM_BEAUTIFY_FLAG" val="#wm#"/>
  <p:tag name="KSO_WM_TEMPLATE_CATEGORY" val="custom"/>
  <p:tag name="KSO_WM_TEMPLATE_INDEX" val="20202582"/>
  <p:tag name="KSO_WM_TEMPLATE_MASTER_TYPE" val="1"/>
</p:tagLst>
</file>

<file path=ppt/tags/tag231.xml><?xml version="1.0" encoding="utf-8"?>
<p:tagLst xmlns:p="http://schemas.openxmlformats.org/presentationml/2006/main">
  <p:tag name="KSO_WM_UNIT_ISCONTENTSTITLE" val="0"/>
  <p:tag name="KSO_WM_UNIT_PRESET_TEXT" val="Click here to add to the title"/>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82_10*a*1"/>
  <p:tag name="KSO_WM_TEMPLATE_CATEGORY" val="custom"/>
  <p:tag name="KSO_WM_TEMPLATE_INDEX" val="20202582"/>
  <p:tag name="KSO_WM_UNIT_LAYERLEVEL" val="1"/>
  <p:tag name="KSO_WM_TAG_VERSION" val="1.0"/>
  <p:tag name="KSO_WM_BEAUTIFY_FLAG" val="#wm#"/>
</p:tagLst>
</file>

<file path=ppt/tags/tag232.xml><?xml version="1.0" encoding="utf-8"?>
<p:tagLst xmlns:p="http://schemas.openxmlformats.org/presentationml/2006/main">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82_10*f*1"/>
  <p:tag name="KSO_WM_TEMPLATE_CATEGORY" val="custom"/>
  <p:tag name="KSO_WM_TEMPLATE_INDEX" val="20202582"/>
  <p:tag name="KSO_WM_UNIT_LAYERLEVEL" val="1"/>
  <p:tag name="KSO_WM_TAG_VERSION" val="1.0"/>
  <p:tag name="KSO_WM_BEAUTIFY_FLAG" val="#wm#"/>
</p:tagLst>
</file>

<file path=ppt/tags/tag233.xml><?xml version="1.0" encoding="utf-8"?>
<p:tagLst xmlns:p="http://schemas.openxmlformats.org/presentationml/2006/main">
  <p:tag name="KSO_WM_SLIDE_ID" val="custom20202582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56*411"/>
  <p:tag name="KSO_WM_SLIDE_POSITION" val="45*49"/>
  <p:tag name="KSO_WM_TAG_VERSION" val="1.0"/>
  <p:tag name="KSO_WM_BEAUTIFY_FLAG" val="#wm#"/>
  <p:tag name="KSO_WM_TEMPLATE_CATEGORY" val="custom"/>
  <p:tag name="KSO_WM_TEMPLATE_INDEX" val="20202582"/>
  <p:tag name="KSO_WM_SLIDE_LAYOUT" val="a_d_f"/>
  <p:tag name="KSO_WM_SLIDE_LAYOUT_CNT" val="1_1_1"/>
</p:tagLst>
</file>

<file path=ppt/theme/theme1.xml><?xml version="1.0" encoding="utf-8"?>
<a:theme xmlns:a="http://schemas.openxmlformats.org/drawingml/2006/main" name="Office Theme">
  <a:themeElements>
    <a:clrScheme name="自定义 1">
      <a:dk1>
        <a:sysClr val="windowText" lastClr="000000"/>
      </a:dk1>
      <a:lt1>
        <a:sysClr val="window" lastClr="FFFFFF"/>
      </a:lt1>
      <a:dk2>
        <a:srgbClr val="F2F2F2"/>
      </a:dk2>
      <a:lt2>
        <a:srgbClr val="FFFFFF"/>
      </a:lt2>
      <a:accent1>
        <a:srgbClr val="000000"/>
      </a:accent1>
      <a:accent2>
        <a:srgbClr val="20201E"/>
      </a:accent2>
      <a:accent3>
        <a:srgbClr val="40403C"/>
      </a:accent3>
      <a:accent4>
        <a:srgbClr val="615F59"/>
      </a:accent4>
      <a:accent5>
        <a:srgbClr val="817F77"/>
      </a:accent5>
      <a:accent6>
        <a:srgbClr val="A19F95"/>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5387</Words>
  <Application>WPS Presentation</Application>
  <PresentationFormat>Widescreen</PresentationFormat>
  <Paragraphs>374</Paragraphs>
  <Slides>11</Slides>
  <Notes>0</Notes>
  <HiddenSlides>0</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11</vt:i4>
      </vt:variant>
    </vt:vector>
  </HeadingPairs>
  <TitlesOfParts>
    <vt:vector size="44" baseType="lpstr">
      <vt:lpstr>Arial</vt:lpstr>
      <vt:lpstr>SimSun</vt:lpstr>
      <vt:lpstr>Wingdings</vt:lpstr>
      <vt:lpstr>汉仪旗黑-85S</vt:lpstr>
      <vt:lpstr>黑体-简</vt:lpstr>
      <vt:lpstr>Microsoft YaHei</vt:lpstr>
      <vt:lpstr>汉仪旗黑</vt:lpstr>
      <vt:lpstr>Droid Serif</vt:lpstr>
      <vt:lpstr>苹方-简</vt:lpstr>
      <vt:lpstr>Montserrat Semi Bold</vt:lpstr>
      <vt:lpstr>Titillium</vt:lpstr>
      <vt:lpstr>Segoe UI</vt:lpstr>
      <vt:lpstr>Arial Unicode MS</vt:lpstr>
      <vt:lpstr>SimSun</vt:lpstr>
      <vt:lpstr>宋体-简</vt:lpstr>
      <vt:lpstr>Calibri</vt:lpstr>
      <vt:lpstr>Helvetica Neue</vt:lpstr>
      <vt:lpstr>Microsoft YaHei</vt:lpstr>
      <vt:lpstr>Brush Script MT</vt:lpstr>
      <vt:lpstr>Academy Engraved LET</vt:lpstr>
      <vt:lpstr>Bodoni 72 Book</vt:lpstr>
      <vt:lpstr>Copperplate</vt:lpstr>
      <vt:lpstr>Courier New</vt:lpstr>
      <vt:lpstr>Corsiva Hebrew</vt:lpstr>
      <vt:lpstr>Chalkboard</vt:lpstr>
      <vt:lpstr>Big Caslon</vt:lpstr>
      <vt:lpstr>Bodoni 72 Smallcaps</vt:lpstr>
      <vt:lpstr>Chalkboard SE</vt:lpstr>
      <vt:lpstr>Cochin</vt:lpstr>
      <vt:lpstr>Comic Sans MS</vt:lpstr>
      <vt:lpstr>Charter Roman</vt:lpstr>
      <vt:lpstr>DIN Alternate</vt:lpstr>
      <vt:lpstr>Office Theme</vt:lpstr>
      <vt:lpstr>Text Box</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Alexander Anufriev</cp:lastModifiedBy>
  <cp:revision>36</cp:revision>
  <dcterms:created xsi:type="dcterms:W3CDTF">2026-03-11T12:05:49Z</dcterms:created>
  <dcterms:modified xsi:type="dcterms:W3CDTF">2026-03-11T12:05:49Z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2DFE06ECBDD6A80C6131B1690FB791AB_41</vt:lpwstr>
  </property>
</Properties>
</file>